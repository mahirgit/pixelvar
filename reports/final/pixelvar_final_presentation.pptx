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2556c78224662" /><Relationship Type="http://schemas.openxmlformats.org/officeDocument/2006/relationships/extended-properties" Target="/docProps/app.xml" Id="R3b4e58359ca946ba" /><Relationship Type="http://schemas.openxmlformats.org/officeDocument/2006/relationships/officeDocument" Target="/ppt/presentation.xml" Id="R0c1a4bf05d82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f1f085aac4a15"/>
  </p:sldMasterIdLst>
  <p:notesMasterIdLst>
    <p:notesMasterId xmlns:r="http://schemas.openxmlformats.org/officeDocument/2006/relationships" r:id="R4bf74eca8b944192"/>
  </p:notesMasterIdLst>
  <p:sldIdLst>
    <p:sldId xmlns:r="http://schemas.openxmlformats.org/officeDocument/2006/relationships" id="256" r:id="R207b907ecb0a421d"/>
    <p:sldId xmlns:r="http://schemas.openxmlformats.org/officeDocument/2006/relationships" id="257" r:id="Rc1b135d436c24cb7"/>
    <p:sldId xmlns:r="http://schemas.openxmlformats.org/officeDocument/2006/relationships" id="258" r:id="Rb9ed15464371436a"/>
    <p:sldId xmlns:r="http://schemas.openxmlformats.org/officeDocument/2006/relationships" id="259" r:id="R1486620270624ff4"/>
    <p:sldId xmlns:r="http://schemas.openxmlformats.org/officeDocument/2006/relationships" id="260" r:id="Rf15b5b2647a54350"/>
    <p:sldId xmlns:r="http://schemas.openxmlformats.org/officeDocument/2006/relationships" id="261" r:id="R9d44be31b9f04014"/>
    <p:sldId xmlns:r="http://schemas.openxmlformats.org/officeDocument/2006/relationships" id="262" r:id="R5fdb865e41b24677"/>
    <p:sldId xmlns:r="http://schemas.openxmlformats.org/officeDocument/2006/relationships" id="263" r:id="Ra18097237fe44465"/>
    <p:sldId xmlns:r="http://schemas.openxmlformats.org/officeDocument/2006/relationships" id="264" r:id="R88c88623c557471b"/>
    <p:sldId xmlns:r="http://schemas.openxmlformats.org/officeDocument/2006/relationships" id="265" r:id="Rbbd56b3942a6497f"/>
    <p:sldId xmlns:r="http://schemas.openxmlformats.org/officeDocument/2006/relationships" id="266" r:id="Refbdbeed6c564f6a"/>
    <p:sldId xmlns:r="http://schemas.openxmlformats.org/officeDocument/2006/relationships" id="267" r:id="R0cc0cba767454e00"/>
    <p:sldId xmlns:r="http://schemas.openxmlformats.org/officeDocument/2006/relationships" id="268" r:id="Rd3ee860ee25f4c3a"/>
    <p:sldId xmlns:r="http://schemas.openxmlformats.org/officeDocument/2006/relationships" id="269" r:id="R0f6d0679072449a6"/>
    <p:sldId xmlns:r="http://schemas.openxmlformats.org/officeDocument/2006/relationships" id="270" r:id="Rfc6267a67eaa42bb"/>
    <p:sldId xmlns:r="http://schemas.openxmlformats.org/officeDocument/2006/relationships" id="271" r:id="R3096a02c85794de5"/>
    <p:sldId xmlns:r="http://schemas.openxmlformats.org/officeDocument/2006/relationships" id="272" r:id="R102b43628cbd4147"/>
    <p:sldId xmlns:r="http://schemas.openxmlformats.org/officeDocument/2006/relationships" id="273" r:id="Re73af0f9fc654e66"/>
    <p:sldId xmlns:r="http://schemas.openxmlformats.org/officeDocument/2006/relationships" id="274" r:id="Ra8285289d96d4d6b"/>
    <p:sldId xmlns:r="http://schemas.openxmlformats.org/officeDocument/2006/relationships" id="275" r:id="R6f362b38483d43fd"/>
    <p:sldId xmlns:r="http://schemas.openxmlformats.org/officeDocument/2006/relationships" id="276" r:id="Rc71b45806f004d4c"/>
    <p:sldId xmlns:r="http://schemas.openxmlformats.org/officeDocument/2006/relationships" id="277" r:id="R96e8df13429f4f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82316fbde4c2f" /><Relationship Type="http://schemas.openxmlformats.org/officeDocument/2006/relationships/slideMaster" Target="/ppt/slideMasters/slideMaster1.xml" Id="R92cf1f085aac4a15" /><Relationship Type="http://schemas.openxmlformats.org/officeDocument/2006/relationships/notesMaster" Target="/ppt/notesMasters/notesMaster1.xml" Id="R4bf74eca8b944192" /><Relationship Type="http://schemas.openxmlformats.org/officeDocument/2006/relationships/presProps" Target="/ppt/presProps.xml" Id="R2d38ad5cd57342a0" /><Relationship Type="http://schemas.openxmlformats.org/officeDocument/2006/relationships/viewProps" Target="/ppt/viewProps.xml" Id="R972b69d3f16b4859" /><Relationship Type="http://schemas.openxmlformats.org/officeDocument/2006/relationships/tableStyles" Target="/ppt/tableStyles.xml" Id="Re971a2ff8c0541d2" /><Relationship Type="http://schemas.openxmlformats.org/officeDocument/2006/relationships/slide" Target="/ppt/slides/slide1.xml" Id="R207b907ecb0a421d" /><Relationship Type="http://schemas.openxmlformats.org/officeDocument/2006/relationships/slide" Target="/ppt/slides/slide2.xml" Id="Rc1b135d436c24cb7" /><Relationship Type="http://schemas.openxmlformats.org/officeDocument/2006/relationships/slide" Target="/ppt/slides/slide3.xml" Id="Rb9ed15464371436a" /><Relationship Type="http://schemas.openxmlformats.org/officeDocument/2006/relationships/slide" Target="/ppt/slides/slide4.xml" Id="R1486620270624ff4" /><Relationship Type="http://schemas.openxmlformats.org/officeDocument/2006/relationships/slide" Target="/ppt/slides/slide5.xml" Id="Rf15b5b2647a54350" /><Relationship Type="http://schemas.openxmlformats.org/officeDocument/2006/relationships/slide" Target="/ppt/slides/slide6.xml" Id="R9d44be31b9f04014" /><Relationship Type="http://schemas.openxmlformats.org/officeDocument/2006/relationships/slide" Target="/ppt/slides/slide7.xml" Id="R5fdb865e41b24677" /><Relationship Type="http://schemas.openxmlformats.org/officeDocument/2006/relationships/slide" Target="/ppt/slides/slide8.xml" Id="Ra18097237fe44465" /><Relationship Type="http://schemas.openxmlformats.org/officeDocument/2006/relationships/slide" Target="/ppt/slides/slide9.xml" Id="R88c88623c557471b" /><Relationship Type="http://schemas.openxmlformats.org/officeDocument/2006/relationships/slide" Target="/ppt/slides/slide10.xml" Id="Rbbd56b3942a6497f" /><Relationship Type="http://schemas.openxmlformats.org/officeDocument/2006/relationships/slide" Target="/ppt/slides/slide11.xml" Id="Refbdbeed6c564f6a" /><Relationship Type="http://schemas.openxmlformats.org/officeDocument/2006/relationships/slide" Target="/ppt/slides/slide12.xml" Id="R0cc0cba767454e00" /><Relationship Type="http://schemas.openxmlformats.org/officeDocument/2006/relationships/slide" Target="/ppt/slides/slide13.xml" Id="Rd3ee860ee25f4c3a" /><Relationship Type="http://schemas.openxmlformats.org/officeDocument/2006/relationships/slide" Target="/ppt/slides/slide14.xml" Id="R0f6d0679072449a6" /><Relationship Type="http://schemas.openxmlformats.org/officeDocument/2006/relationships/slide" Target="/ppt/slides/slide15.xml" Id="Rfc6267a67eaa42bb" /><Relationship Type="http://schemas.openxmlformats.org/officeDocument/2006/relationships/slide" Target="/ppt/slides/slide16.xml" Id="R3096a02c85794de5" /><Relationship Type="http://schemas.openxmlformats.org/officeDocument/2006/relationships/slide" Target="/ppt/slides/slide17.xml" Id="R102b43628cbd4147" /><Relationship Type="http://schemas.openxmlformats.org/officeDocument/2006/relationships/slide" Target="/ppt/slides/slide18.xml" Id="Re73af0f9fc654e66" /><Relationship Type="http://schemas.openxmlformats.org/officeDocument/2006/relationships/slide" Target="/ppt/slides/slide19.xml" Id="Ra8285289d96d4d6b" /><Relationship Type="http://schemas.openxmlformats.org/officeDocument/2006/relationships/slide" Target="/ppt/slides/slide20.xml" Id="R6f362b38483d43fd" /><Relationship Type="http://schemas.openxmlformats.org/officeDocument/2006/relationships/slide" Target="/ppt/slides/slide21.xml" Id="Rc71b45806f004d4c" /><Relationship Type="http://schemas.openxmlformats.org/officeDocument/2006/relationships/slide" Target="/ppt/slides/slide22.xml" Id="R96e8df13429f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3e991062c42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27c6af0d154da5" /><Relationship Type="http://schemas.openxmlformats.org/officeDocument/2006/relationships/notesMaster" Target="/ppt/notesMasters/notesMaster1.xml" Id="Rbdcf8910f5ea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b4154eb2dc4632" /><Relationship Type="http://schemas.openxmlformats.org/officeDocument/2006/relationships/notesMaster" Target="/ppt/notesMasters/notesMaster1.xml" Id="R3bbf41f44b0e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8cb209ef0c4da2" /><Relationship Type="http://schemas.openxmlformats.org/officeDocument/2006/relationships/notesMaster" Target="/ppt/notesMasters/notesMaster1.xml" Id="Rbac0e968895c41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8b59e3fd547f4" /><Relationship Type="http://schemas.openxmlformats.org/officeDocument/2006/relationships/notesMaster" Target="/ppt/notesMasters/notesMaster1.xml" Id="Rbe53a0bd4a7742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e96bbc55f41fb" /><Relationship Type="http://schemas.openxmlformats.org/officeDocument/2006/relationships/notesMaster" Target="/ppt/notesMasters/notesMaster1.xml" Id="Re8428b88458f46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1a8c7b10f44a8" /><Relationship Type="http://schemas.openxmlformats.org/officeDocument/2006/relationships/notesMaster" Target="/ppt/notesMasters/notesMaster1.xml" Id="R223eb82f90094c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fc721148045fd" /><Relationship Type="http://schemas.openxmlformats.org/officeDocument/2006/relationships/notesMaster" Target="/ppt/notesMasters/notesMaster1.xml" Id="Raac5a0694ff044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c8ffc251ee463f" /><Relationship Type="http://schemas.openxmlformats.org/officeDocument/2006/relationships/notesMaster" Target="/ppt/notesMasters/notesMaster1.xml" Id="R59cfafe6c45547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2a32b5205c46e3" /><Relationship Type="http://schemas.openxmlformats.org/officeDocument/2006/relationships/notesMaster" Target="/ppt/notesMasters/notesMaster1.xml" Id="R9ac84398b2cc4c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75ddd5e8ef4dc9" /><Relationship Type="http://schemas.openxmlformats.org/officeDocument/2006/relationships/notesMaster" Target="/ppt/notesMasters/notesMaster1.xml" Id="R70b298edeaab47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3f6e7615c24987" /><Relationship Type="http://schemas.openxmlformats.org/officeDocument/2006/relationships/notesMaster" Target="/ppt/notesMasters/notesMaster1.xml" Id="Rac365f52f87640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5a00868c2443bd" /><Relationship Type="http://schemas.openxmlformats.org/officeDocument/2006/relationships/notesMaster" Target="/ppt/notesMasters/notesMaster1.xml" Id="Re10ae30e8b0d43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b77722d73646e1" /><Relationship Type="http://schemas.openxmlformats.org/officeDocument/2006/relationships/notesMaster" Target="/ppt/notesMasters/notesMaster1.xml" Id="R14d516ba38844e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363f3e7a4d47d5" /><Relationship Type="http://schemas.openxmlformats.org/officeDocument/2006/relationships/notesMaster" Target="/ppt/notesMasters/notesMaster1.xml" Id="Rdb5958a9cf3949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21be9657a94a82" /><Relationship Type="http://schemas.openxmlformats.org/officeDocument/2006/relationships/notesMaster" Target="/ppt/notesMasters/notesMaster1.xml" Id="Rf253f2fa51f547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8848af223e4725" /><Relationship Type="http://schemas.openxmlformats.org/officeDocument/2006/relationships/notesMaster" Target="/ppt/notesMasters/notesMaster1.xml" Id="R6200572f1c7944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ef9ad4a8eb415e" /><Relationship Type="http://schemas.openxmlformats.org/officeDocument/2006/relationships/notesMaster" Target="/ppt/notesMasters/notesMaster1.xml" Id="Rc76a4d25c45147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bf2ccb56014d5e" /><Relationship Type="http://schemas.openxmlformats.org/officeDocument/2006/relationships/notesMaster" Target="/ppt/notesMasters/notesMaster1.xml" Id="R4f85967e3f514e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efa3aeb2ba4c9b" /><Relationship Type="http://schemas.openxmlformats.org/officeDocument/2006/relationships/notesMaster" Target="/ppt/notesMasters/notesMaster1.xml" Id="R6c0889f636974b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2b6d9c195847c6" /><Relationship Type="http://schemas.openxmlformats.org/officeDocument/2006/relationships/notesMaster" Target="/ppt/notesMasters/notesMaster1.xml" Id="R225926b839c347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45a6964f6d49f9" /><Relationship Type="http://schemas.openxmlformats.org/officeDocument/2006/relationships/notesMaster" Target="/ppt/notesMasters/notesMaster1.xml" Id="R5c59c1736b9f45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fba176e2004e62" /><Relationship Type="http://schemas.openxmlformats.org/officeDocument/2006/relationships/notesMaster" Target="/ppt/notesMasters/notesMaster1.xml" Id="Red4c389f212f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510eecd37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747972a954122" /><Relationship Type="http://schemas.openxmlformats.org/officeDocument/2006/relationships/slideLayout" Target="/ppt/slideLayouts/slideLayout1.xml" Id="R70f672dbc2c348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f672dbc2c348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7d1a899eb4930" /><Relationship Type="http://schemas.openxmlformats.org/officeDocument/2006/relationships/image" Target="/ppt/media/image.png" Id="R5685b3455c914c58" /><Relationship Type="http://schemas.openxmlformats.org/officeDocument/2006/relationships/notesSlide" Target="/ppt/notesSlides/notesSlide1.xml" Id="R5b92bbbc96d343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940ee589144e2" /><Relationship Type="http://schemas.openxmlformats.org/officeDocument/2006/relationships/notesSlide" Target="/ppt/notesSlides/notesSlide2.xml" Id="R29eaa02b475646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b21d5da9b4cf7" /><Relationship Type="http://schemas.openxmlformats.org/officeDocument/2006/relationships/notesSlide" Target="/ppt/notesSlides/notesSlide3.xml" Id="R2e3d5b98f3d8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733ddd8824410" /><Relationship Type="http://schemas.openxmlformats.org/officeDocument/2006/relationships/notesSlide" Target="/ppt/notesSlides/notesSlide4.xml" Id="R0976226c5e8c4c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aeade8f64fd7" /><Relationship Type="http://schemas.openxmlformats.org/officeDocument/2006/relationships/notesSlide" Target="/ppt/notesSlides/notesSlide5.xml" Id="R2f4dee20160f42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6f76eef5c49b8" /><Relationship Type="http://schemas.openxmlformats.org/officeDocument/2006/relationships/image" Target="/ppt/media/image2.png" Id="Redc8099c5ad24d1c" /><Relationship Type="http://schemas.openxmlformats.org/officeDocument/2006/relationships/image" Target="/ppt/media/image3.png" Id="Rebd7bfdbfb1d4c1f" /><Relationship Type="http://schemas.openxmlformats.org/officeDocument/2006/relationships/notesSlide" Target="/ppt/notesSlides/notesSlide6.xml" Id="Rda12e59c2b474b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7106a400a4cdf" /><Relationship Type="http://schemas.openxmlformats.org/officeDocument/2006/relationships/image" Target="/ppt/media/image4.png" Id="Rdc480bcca92c4ef1" /><Relationship Type="http://schemas.openxmlformats.org/officeDocument/2006/relationships/notesSlide" Target="/ppt/notesSlides/notesSlide7.xml" Id="R3ff5ffeae0c242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f35f8efa84a80" /><Relationship Type="http://schemas.openxmlformats.org/officeDocument/2006/relationships/image" Target="/ppt/media/image5.png" Id="Re86b333d35c444bc" /><Relationship Type="http://schemas.openxmlformats.org/officeDocument/2006/relationships/notesSlide" Target="/ppt/notesSlides/notesSlide8.xml" Id="R2e5d4c1c5558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76f77b834253" /><Relationship Type="http://schemas.openxmlformats.org/officeDocument/2006/relationships/image" Target="/ppt/media/image6.png" Id="Ra6ed186ee3894397" /><Relationship Type="http://schemas.openxmlformats.org/officeDocument/2006/relationships/notesSlide" Target="/ppt/notesSlides/notesSlide9.xml" Id="R28ced5ff3ec3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4663906064b46" /><Relationship Type="http://schemas.openxmlformats.org/officeDocument/2006/relationships/image" Target="/ppt/media/image7.png" Id="R6ba4d0a2b40d456f" /><Relationship Type="http://schemas.openxmlformats.org/officeDocument/2006/relationships/image" Target="/ppt/media/image8.png" Id="Re94be5152e954fd3" /><Relationship Type="http://schemas.openxmlformats.org/officeDocument/2006/relationships/notesSlide" Target="/ppt/notesSlides/notesSlide10.xml" Id="R6305338f8f5d41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7ca3584e444f0" /><Relationship Type="http://schemas.openxmlformats.org/officeDocument/2006/relationships/image" Target="/ppt/media/image9.png" Id="Rb071af60534d4846" /><Relationship Type="http://schemas.openxmlformats.org/officeDocument/2006/relationships/image" Target="/ppt/media/image10.png" Id="Rebcc40f7a49a448c" /><Relationship Type="http://schemas.openxmlformats.org/officeDocument/2006/relationships/image" Target="/ppt/media/image11.png" Id="R1a54d6afd18348c8" /><Relationship Type="http://schemas.openxmlformats.org/officeDocument/2006/relationships/image" Target="/ppt/media/image12.png" Id="R1649458aad4a4fe5" /><Relationship Type="http://schemas.openxmlformats.org/officeDocument/2006/relationships/notesSlide" Target="/ppt/notesSlides/notesSlide11.xml" Id="R29369722d1d047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167b8e3694764" /><Relationship Type="http://schemas.openxmlformats.org/officeDocument/2006/relationships/image" Target="/ppt/media/image13.png" Id="Re421bf1bbf254dd0" /><Relationship Type="http://schemas.openxmlformats.org/officeDocument/2006/relationships/notesSlide" Target="/ppt/notesSlides/notesSlide12.xml" Id="R7396b2cf32124d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74504fad4ed3" /><Relationship Type="http://schemas.openxmlformats.org/officeDocument/2006/relationships/image" Target="/ppt/media/image14.png" Id="R8155d93bbf794837" /><Relationship Type="http://schemas.openxmlformats.org/officeDocument/2006/relationships/image" Target="/ppt/media/image15.png" Id="R7e3c9a5c6ed243c0" /><Relationship Type="http://schemas.openxmlformats.org/officeDocument/2006/relationships/image" Target="/ppt/media/image16.png" Id="R21e6f706c81c42fc" /><Relationship Type="http://schemas.openxmlformats.org/officeDocument/2006/relationships/notesSlide" Target="/ppt/notesSlides/notesSlide13.xml" Id="R3921bc0e7cff4d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71f0551c34c58" /><Relationship Type="http://schemas.openxmlformats.org/officeDocument/2006/relationships/image" Target="/ppt/media/image17.png" Id="Rfb803950daad4244" /><Relationship Type="http://schemas.openxmlformats.org/officeDocument/2006/relationships/image" Target="/ppt/media/image18.png" Id="R371f5678ec934380" /><Relationship Type="http://schemas.openxmlformats.org/officeDocument/2006/relationships/notesSlide" Target="/ppt/notesSlides/notesSlide14.xml" Id="Re320e83b77e84c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77ac4c6fa4edc" /><Relationship Type="http://schemas.openxmlformats.org/officeDocument/2006/relationships/image" Target="/ppt/media/image19.png" Id="R6742415fa5f9495b" /><Relationship Type="http://schemas.openxmlformats.org/officeDocument/2006/relationships/image" Target="/ppt/media/image20.png" Id="R49d0bc7155034b4b" /><Relationship Type="http://schemas.openxmlformats.org/officeDocument/2006/relationships/notesSlide" Target="/ppt/notesSlides/notesSlide15.xml" Id="Re8b59c7c962849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c6af138f94e68" /><Relationship Type="http://schemas.openxmlformats.org/officeDocument/2006/relationships/image" Target="/ppt/media/image21.png" Id="R16ecf80450b547e5" /><Relationship Type="http://schemas.openxmlformats.org/officeDocument/2006/relationships/notesSlide" Target="/ppt/notesSlides/notesSlide16.xml" Id="Rc0c915eb8fca49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55d3c9f804816" /><Relationship Type="http://schemas.openxmlformats.org/officeDocument/2006/relationships/notesSlide" Target="/ppt/notesSlides/notesSlide17.xml" Id="R15d4dfc9fa5c48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7eb8be4f4d6a" /><Relationship Type="http://schemas.openxmlformats.org/officeDocument/2006/relationships/image" Target="/ppt/media/image22.png" Id="R5d6773f7f02044af" /><Relationship Type="http://schemas.openxmlformats.org/officeDocument/2006/relationships/image" Target="/ppt/media/image23.png" Id="R81d36ebd833c44ff" /><Relationship Type="http://schemas.openxmlformats.org/officeDocument/2006/relationships/image" Target="/ppt/media/image24.png" Id="Rc480f2512b104472" /><Relationship Type="http://schemas.openxmlformats.org/officeDocument/2006/relationships/notesSlide" Target="/ppt/notesSlides/notesSlide18.xml" Id="R20159a761cff4d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6f46c6d77480f" /><Relationship Type="http://schemas.openxmlformats.org/officeDocument/2006/relationships/notesSlide" Target="/ppt/notesSlides/notesSlide19.xml" Id="Rfbdac1d2e46640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7e34fcc7646d8" /><Relationship Type="http://schemas.openxmlformats.org/officeDocument/2006/relationships/notesSlide" Target="/ppt/notesSlides/notesSlide20.xml" Id="Re0d0f8f6264b42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21b5f9f5146fd" /><Relationship Type="http://schemas.openxmlformats.org/officeDocument/2006/relationships/notesSlide" Target="/ppt/notesSlides/notesSlide21.xml" Id="R93a9f34c84f843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720f602d44cf" /><Relationship Type="http://schemas.openxmlformats.org/officeDocument/2006/relationships/image" Target="/ppt/media/image25.png" Id="Rc15756f1543e4c68" /><Relationship Type="http://schemas.openxmlformats.org/officeDocument/2006/relationships/notesSlide" Target="/ppt/notesSlides/notesSlide22.xml" Id="R5cdd215b643a41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481649-424A-4A23-BA36-F37E9AAF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4F03F-D114-4638-8685-0DE7D541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C06B6-2C21-49B4-8DDA-304BFFAC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BC0DE-18E1-4355-A8F5-55F1ED30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09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in palette-token 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F0F13-56B1-44E0-9C7D-7CB8E6A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Final project presentation | COMP547 Deep Unsupervised Learning |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776FF-2BC7-4861-85E0-B3B9F73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71500"/>
            <a:ext cx="40957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5b3455c914c58"/>
          <a:stretch xmlns:a="http://schemas.openxmlformats.org/drawingml/2006/main"/>
        </p:blipFill>
        <p:spPr>
          <a:xfrm xmlns:a="http://schemas.openxmlformats.org/drawingml/2006/main">
            <a:off x="7229475" y="810555"/>
            <a:ext cx="4019550" cy="447489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522DE-ABD5-4184-995D-B2939DA9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C9746-0E64-491E-961F-487965B6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121A2-59CC-4993-A732-812AF6A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B231F-B0C1-42C9-8EA0-8F70AF74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 resolution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89AA7-C28A-4D0A-BC8D-BBBC3D4F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6A813-BC57-4F3E-92D9-C53A6303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FC35C-4666-4994-9AC4-4881652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16+alpha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E1D36-0F16-4F8D-899F-9FF37AE1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3390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fixed token vocabulary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7B087-CC09-476A-9F3A-920E48D5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43926-CB69-4088-AF94-88FC68F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4BC52-5FE7-4C2A-9B4D-F1E32F1B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005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1AE79-3CB6-405D-98CD-C3C3085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3390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coarse-to-fine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8AEFA-D772-4DEB-ACA1-726044F0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AA04D-84B4-405C-B847-9C8C7E6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3653E-39EA-44D5-9565-7C11C908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00525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09BDC-60F4-4DA6-9111-441B552C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33900"/>
            <a:ext cx="1181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sprite-feature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478C9-BD0C-4F0F-AC58-67FAB60D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claim: a working palette-safe, audit-aware 32x32 sprite generator, not a broad SOTA claim.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6ACA6-5C62-421B-A402-CD41075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CBB80-BC57-4220-AE1D-6C8B43E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Goal and headline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D0EA8-4400-4E51-A9FA-FD40D1A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1/22</a:t>
            </a:r>
          </a:p>
        </p:txBody>
      </p:sp>
    </p:spTree>
    <p:extLst>
      <p:ext uri="{BB962C8B-B14F-4D97-AF65-F5344CB8AC3E}">
        <p14:creationId xmlns:p14="http://schemas.microsoft.com/office/powerpoint/2010/main" val="1822100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09EEEC-430D-4C5F-93A8-D8E818D7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7B26B-B2D1-4A55-8823-56A23A8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D8E5F06C-AD8D-40EE-9735-9D86AA45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B501A339-CF41-404D-9984-FA16847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E3077-58B7-4E54-8D4A-C2FB78A6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core proposal path is complete; three items remain honest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FE5BD-82E4-4802-BC4C-29C9F3FF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F0BC5-24E9-4E36-976B-8BC562D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FBD80-C8A1-42DF-8BE8-9DD01BBB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FC8E1-E19F-48FB-B127-DC517E4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11442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41EE0-C0A3-4E96-AB87-83158D5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88053-007B-40BA-977D-08DE1468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145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CB1EE-9066-4778-8549-F1EF4052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14500"/>
            <a:ext cx="643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CB4C0-A017-4DCD-AC2C-716E971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67AD9-3110-4CFA-A593-3F1E0D97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 + 32x32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852F4-859B-4F0B-966D-839CBBE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0916C-40BD-4F74-B0B4-218BB1E5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Pokemon path, OpenGameArt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AB1FD-5668-418A-B967-AFF89902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1492F-6E0E-42D9-96F4-1954BE7B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A9412-4E8F-4E5A-AA37-19F9CC4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Palette-index generation, 16-color main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112C6-2456-436E-BDE0-3158CC58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47925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BE596-5CBA-4FB5-A62F-69D6C71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47925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+ fixed palette 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25D08-486F-4501-ACD2-F1A509C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BAA81-37F2-4BBA-99C5-172A8333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A, coarse-to-fine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D2120-9136-4798-94DF-6FDBF9E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5750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D1A89-5F87-46BC-97BB-48E489F1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model trained and evaluated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2C5A5-9F15-421C-ACBD-EAB0043A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4904F-EC21-4CB3-AA76-6E16D67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11739-AE78-4D8F-8CE2-50B265B1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/ masked refinement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87FBA-03BA-42BB-A1E3-792411B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67075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42C2A-4F7E-4342-B75A-1F1E29F3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67075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 ablation completed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D635F-086B-4D46-8D09-632A4C3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12978-8DE0-4C80-869E-4293C81B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+ Flat MaskGIT 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BB6E8-5735-481F-925D-F41A9B4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7665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6400E-0D66-4CB0-A436-4982EC5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Both implemented and measured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F64D15-673D-4F57-8E5A-F4C2EF6E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4E88DC-5905-407E-888E-605C6B57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CC7492-D336-4D93-904D-54B9F079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metrics +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09BE4F-D144-40E9-A5C7-DBEE2D0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86225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448E4-A48A-4CC0-9746-994F336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86225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FID/KID/PRDC/MS-SSIM plus memorization audit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147FA4-B3C9-4253-801E-C53952BE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592061-64A7-4A2B-BFF3-2CAE676B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Multi-scale neural VQ-VAE tokenizer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4462BF-277E-4CE6-9040-5F9FB9E9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9580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67B8E3-FAE0-4A0C-9BAD-8F4167B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95800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but quality gate failed; Patch-VQ tested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5071B2-1B42-4963-AC78-4F07336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3512FC-7AF7-4314-B3C8-D27C67F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46EA5C-C2FD-4B6B-9764-7E919AFA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8/16/32 palette + scale ablations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8CFFE7-96B6-435A-BAF3-B36947F5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05375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F191D0-874C-4F0C-A64A-DDBC2CD0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05375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Runners added; GPU metrics pending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077C6D-B1F8-4BC0-BF1B-BC4FBE9D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8CBE80-7C92-4133-925F-D2548C38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295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and 64x64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69B77F-7794-40BE-8B68-BF21F8ED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1495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B08C76-8441-48EA-82E8-EC1AF6B4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14950"/>
            <a:ext cx="6438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Postponed after finishing 32x32 proposal evidence</a:t>
            </a:r>
          </a:p>
        </p:txBody>
      </p:sp>
    </p:spTree>
    <p:extLst>
      <p:ext uri="{BB962C8B-B14F-4D97-AF65-F5344CB8AC3E}">
        <p14:creationId xmlns:p14="http://schemas.microsoft.com/office/powerpoint/2010/main" val="3441097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95398C-9072-489B-9A82-E3CB4DBC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D6D27-FC85-44D3-870F-7310B41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155EFA6-FCC8-42B7-A911-AFB194A1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B62A829-D13E-4B7B-B26A-F67EBA11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1F428-D2FB-4867-BC4D-DCA8BB46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project became an end-to-end sprite generation and evaluation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C443D-D0F1-4264-977B-A8A6F095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4B79B-EC5C-4977-A7B8-53E95378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27720-3021-4B6A-983B-426FE6D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E3459-D5B5-469E-8D75-639BA487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20A0A-D187-4FE4-8F3A-8802FB4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A12A5-D492-45EB-BAFA-1D92813F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A274A-3D06-497C-8D47-BA4E083F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93,312 sprites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Group-safe splits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57B89-C364-4D11-AE4B-72A0741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C24DE-1CAB-447B-99FE-9C265C59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58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C1100-67EA-4625-B3B1-0A043B22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36328-5B4E-4EEE-8366-65895EF8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45C5C-7215-404C-956F-B8B5BFF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00AC7-3624-4CBC-BB08-D9F21A92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32x32 RGBA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alpha token 0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tokens 1..16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BB222-F93C-4AA6-93AC-7AB5E33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ED5E8-17A8-47E8-9CE6-2FA6C8E1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622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58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A478F-6557-49A0-B8A9-221CBA6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17D15-6C95-448C-B4FE-0F6C711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849C5-6B1B-4BDE-BF3E-B4B922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Pyramid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834B4-6368-4F3F-BFF1-E10B3390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1x1 -&gt; 2x2 -&gt; 4x4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8x8 -&gt; 16x16 -&gt; 32x32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1,365 total 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6C187-82F8-4E54-9DD2-FE34E39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86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09B06-3833-4187-B836-E562C8F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622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58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081D9-56A0-4AFA-830E-BDEE3309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38F75-6122-4FF3-9981-4F84A170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15F75-F8DB-4A7D-8A99-EC56CF6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0378C-7347-40AF-A48A-2870251D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VAR, HMAR,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Flat AR, MaskGIT,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Patch-VQ branch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B86B2-99CC-45AC-A524-82255087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B4CC2-4143-453D-91F4-9CC76D99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622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58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A01D21-2734-411B-87F1-28F09CBC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D36576-E43D-4FFC-9CCA-69B9238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E6D293-1549-46D4-A509-35FBED69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2BD3E8-AF15-4BAC-B533-F5604F1F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FID/KID/PRDC/MS-SSIM</a:t>
            </a:r>
          </a:p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F4EF20-428D-4297-8BDD-9D9B104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5AD76C-A428-4A35-A02C-6588328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93482A-8D23-406C-830B-E96CD9E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0317A6-943F-4BFD-8624-2839C32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 sprites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491B50-FD8B-461B-B475-CDDF1E9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44FA4A-7797-44B8-AC99-2EDB39D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888EC-2780-43C5-81BC-643F80DE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52975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BC03C0-8CDA-4243-A5A8-1F0C8C2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86350"/>
            <a:ext cx="1504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 sprites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2FD882-0B9A-44E6-A823-C25BEE6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482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73CFC1-68E3-4968-8629-7FBC5DE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584E33-B8AB-4D1F-A8AF-661F6CC1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52975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87A56E-B9B1-4BA3-904C-8D98AAFD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86350"/>
            <a:ext cx="1314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 sprites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3A425D-5C91-4BD5-88B2-386AE81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B9D15E-137A-43AF-B39E-9145559B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C464F6-B4CB-462D-9498-9823E4A1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5297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4A4668-DA38-4CCF-B18B-2407F4D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8635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cross-split exact duplicates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E5FCD6-06F9-4839-8316-8D970305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482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EA94C-2BEB-489D-86B1-91D0FB24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48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61AD93-94FA-47BB-9D8A-D79160E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529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B200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E21ED5-455C-4A40-89A6-09F351F2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863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Modal training path</a:t>
            </a:r>
          </a:p>
        </p:txBody>
      </p:sp>
    </p:spTree>
    <p:extLst>
      <p:ext uri="{BB962C8B-B14F-4D97-AF65-F5344CB8AC3E}">
        <p14:creationId xmlns:p14="http://schemas.microsoft.com/office/powerpoint/2010/main" val="3510074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32932-AD17-409F-903D-9FDF8DB1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F68CE-C4F9-4F04-A299-50F791C1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86824EB0-45DF-4E3D-9558-B126231D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760AF0A-284C-435E-9237-C9B8FB5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4F9F7-FB56-4249-9EF6-D44A76BC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Palette consistency is built into the model contract, not repaired after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65735-47F2-4FC7-A545-7CA75B2A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77355-F62B-46F9-A319-0C9AFDC5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Tokenizer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2ECE0-8DE6-4513-B0BC-6D7AC37B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4/22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BEAFF-7D9E-4C20-9C4A-1132C59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Continuous image models produce RGB first and quantize 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C5314-52F0-4E6B-8969-AD44DFE9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7D73B-8976-44DB-9D41-00F24C77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Can create off-palette colors before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82661-552E-4BBC-9EF7-C44FB6C5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FF036-E735-4C98-9B61-99CE778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Can blur edges or anti-alias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C5E19-1F46-4014-917A-94714A8E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97BCC-9619-472D-82EB-9B4C2C91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Harder to reason about exact pixel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F8BF2-44FE-499E-A19E-EF91802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40ACD-098B-42A7-BD20-541505CB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generates the palette-index grid directly.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6836D-253B-4ACF-B5B6-8760B11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CD9EE-E42D-4384-B16E-48AC9601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0, color tokens 1..16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C8482-A103-4609-B3FD-E9FA66E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ADBD3-CA69-4681-8B68-08B4F29A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Decoded pixels are palette-safe by construction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59DA7-FD2B-4464-9A86-5C0AED07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33808-57AE-458E-8B9F-311E76DB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385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Coarse-to-fine generation matches sprite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0036E-F9DA-48AD-9EE7-5B8ED6D6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910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97B4F-A509-408D-99F4-BC32B817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91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DF331-8640-44EB-B678-4AF7866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958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155EE-FE04-490C-81B1-79C586D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790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61828-4D2E-40CC-8296-00AA9AC2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62550"/>
            <a:ext cx="1790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and important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7B511-4557-4662-9136-C159E8A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6D150-8D0D-451E-9356-9F1C6D7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DDC24-0009-4635-B04D-1DA0418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0..16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439E3-719D-4BDE-803D-738D5E3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29200"/>
            <a:ext cx="1314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 range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230922-7173-4970-BBB8-225741E0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9105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D7EE2-30B4-4281-ADC3-FB11FFC2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91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03D5EB-CED0-4B3B-94D6-03D5D638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958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No RGB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CE5EA-5BCA-4211-8EC6-C027FEE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292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generation space</a:t>
            </a:r>
          </a:p>
        </p:txBody>
      </p:sp>
    </p:spTree>
    <p:extLst>
      <p:ext uri="{BB962C8B-B14F-4D97-AF65-F5344CB8AC3E}">
        <p14:creationId xmlns:p14="http://schemas.microsoft.com/office/powerpoint/2010/main" val="916696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64E42-BB45-46A5-AC96-2B2C2E98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16C13-DF50-4B72-A860-76FBAB41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464C591-15C1-48AF-8175-879E383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1BEC4AA0-8EDA-4B50-9BF0-011DE6E7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9D7AB-7782-4B16-83C0-CBF44DF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predicts the next scale, while HMAR tests masked refinement inside each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D37C5-1992-4F65-A71B-BBFD23A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2C04-0D9C-4D68-9CF7-3C421D8B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E6631-EF82-47FF-B524-BD420752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5/22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71343-815D-4DB2-8E0A-990A111A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7A9F6-AC37-4D4D-AC2A-55604E9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859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39FF9-9629-4538-A7BF-B829DCE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859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A3663-F953-4AAF-AA4C-B24B807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D01EC-B3C6-4461-9688-895B968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06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37B82-10C6-4712-8D25-897F8D9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987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FF263-A4CC-487E-83B7-4F0B903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98700"/>
            <a:ext cx="113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AD4FD-6F86-45F4-9606-24FD59DC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51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232C9-8308-4398-BCFD-25A42744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33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97EE2-ADA0-4608-8335-4E564A7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14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31C1F-63FE-40E7-B3CD-E2E3BE8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1450"/>
            <a:ext cx="455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86B92-9047-49F6-9EE8-2398F4E1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3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7BDA5-BC2B-4AD8-A292-3EAF76EA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F6A70-D74E-4F4C-BBD4-B03F1CB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242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C97D1-56AE-41ED-BC53-FEF78384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24200"/>
            <a:ext cx="1821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25288-79C6-4B99-B819-B6FB4448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765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8F954-647D-488F-B377-C377FACA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8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B2D1B-5525-4E07-85F3-359A8D71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369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48653-8E12-403C-B75B-E3E235E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36950"/>
            <a:ext cx="7286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10DDF-7EEC-4A92-95D9-C5690E8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93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24CE8-AACF-4395-84CF-C1546AD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16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FBA93E-F236-4D1F-87F8-FC8EC78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97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2032F-CDE5-4ABE-B8F2-F783CCD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97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82A9E-5084-4FDA-B166-578FAEFC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2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FCBAA-B172-49F3-BB1E-AA78FDF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sequence length: 1 + 4 + 16 + 64 + 256 + 1024 = 1,365 tokens.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BAC56-7966-4116-A277-AE381BFE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43100"/>
            <a:ext cx="5429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549B56-248F-4550-B92E-06C0992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76037B-0C93-48BB-9A9B-1006A73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193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50F34-6B8F-4698-8CD4-68166FB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BC10E-1033-4F8F-A6F2-259B7900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78DBB5-9D1B-468F-A45F-4EAA3C8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Option A: VAR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67EC5-F89B-4146-AFB2-4F7A2C0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43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target scale tokens in parallel conditioned on coarser scales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B94590-FF3A-4B79-A6E1-24F69DD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1390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winner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3E0B7D-69E1-414C-B769-0462DEA1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860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AFF093-77BF-44EC-8AD0-B1A4A11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8607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24804D-4DB4-4740-93C6-3AE814A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6227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Option B: HMAR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9E934F-9002-411F-BBC2-C65B999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 and refine tokens within each scale for T steps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4488ED-97AF-4615-AA1B-4388122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62275"/>
            <a:ext cx="1390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 ablation, not promoted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9D3007-EFF1-419E-8D08-B6704BFA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74BD95-159C-4DD5-B230-8A2F810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8308C6-B841-4067-87AC-166CBEC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32x32 final grid without hierarchy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D1545A-4836-47C4-997E-7CF2AE15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1390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 FID winner, memorizing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6DFF85-267C-4921-98CE-D174302B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2432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8D1F9F-721E-4188-A80D-55EEF87E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24325"/>
            <a:ext cx="542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D586A9-65E6-4A35-89A7-EF454E08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00525"/>
            <a:ext cx="1085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4C13E4-E462-4474-AC07-5C1FEA9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00525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 final grid and decode in parallel iterations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6EEFCB-106A-4939-A0D3-A5C8F388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00525"/>
            <a:ext cx="1390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Failed under current setup</a:t>
            </a:r>
          </a:p>
        </p:txBody>
      </p:sp>
    </p:spTree>
    <p:extLst>
      <p:ext uri="{BB962C8B-B14F-4D97-AF65-F5344CB8AC3E}">
        <p14:creationId xmlns:p14="http://schemas.microsoft.com/office/powerpoint/2010/main" val="17367781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FAF3E-5F83-4EEF-BCE7-2F02A56B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4DB01-E335-46CA-A10A-424B9BA0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6DB898E-5DE2-443E-83AD-8B9C6A7C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A7EA5AF5-3268-4C7B-8C4C-A92BC301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0F651-79EF-45D8-8285-8A80CAE7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matches sprite structure and stays palette-safe.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6BA6A-775A-4CD0-989F-5802A1D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540EB-5D15-49F8-84FD-51EC1F6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Main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B3C74-2516-4F7D-A8DF-FABF8B6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6/22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F6ECE-AF55-4D8D-8F92-8659069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7625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8099c5ad24d1c"/>
          <a:stretch xmlns:a="http://schemas.openxmlformats.org/drawingml/2006/main"/>
        </p:blipFill>
        <p:spPr>
          <a:xfrm xmlns:a="http://schemas.openxmlformats.org/drawingml/2006/main">
            <a:off x="775703" y="1543050"/>
            <a:ext cx="4277895" cy="4762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0972A-3E21-4D0C-9E92-AEDE288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24000"/>
            <a:ext cx="5619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7bfdbfb1d4c1f"/>
          <a:stretch xmlns:a="http://schemas.openxmlformats.org/drawingml/2006/main"/>
        </p:blipFill>
        <p:spPr>
          <a:xfrm xmlns:a="http://schemas.openxmlformats.org/drawingml/2006/main">
            <a:off x="6502003" y="1562100"/>
            <a:ext cx="3931444" cy="2419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C713A-CBCE-4C9F-B6EC-3483909B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005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2F43C-6BF3-49CC-89D5-75CE3069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D6C5F-DD7A-4AEE-A413-9E7FAA07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053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FA7DD-21BD-4FAC-B703-3D11960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327AB-969D-4770-B860-ED0275A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720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2DF6C-B9D3-4786-9604-91B9A7D4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D02E0-8854-4D7E-A036-A4ED33C6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98887-1A02-4C72-B6D0-086547A9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053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59247-9431-470C-96F3-0ABF019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opaque ratio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89A33-EF36-46B2-A21B-0EE2C67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0.2354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EB012-8B2C-4328-879A-FB528CBE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005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6988E-F023-4845-9A5C-1608CB69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DD945-6385-4405-B47C-F5D28A4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053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12B0E-0D84-4262-B805-2C4896B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387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A68A7-DE2A-4970-9CFA-74085EAC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720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FF036-4A69-41F5-BE44-D4DA405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292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sampling setting: temperature=0.8, top_k=8. The structure metrics are close to validation, but the sample sheet is still qualitative evidence, not a user study.</a:t>
            </a:r>
          </a:p>
        </p:txBody>
      </p:sp>
    </p:spTree>
    <p:extLst>
      <p:ext uri="{BB962C8B-B14F-4D97-AF65-F5344CB8AC3E}">
        <p14:creationId xmlns:p14="http://schemas.microsoft.com/office/powerpoint/2010/main" val="16830124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3C0D9B-70F9-46CF-B1D5-2DC4BFC7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ED5F2-5084-40DB-95FC-270329AF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96E92A6-2E5F-46B3-8307-C4352BD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5CA6FA35-79BD-4C75-AE6D-535CA3E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CEAFB-FD5C-4191-AA3D-41B8317C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We implemented a ladder from simple token baselines to hierarchical variants.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9DB14-CF71-40A3-B1F5-3874B38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C579F-8FB1-4EA0-9D30-B55AC77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Implemented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B2596-1DF2-4203-AFB2-6B0F69A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7/22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1543B-682B-486D-B212-5867AB5D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7ACD0-4650-4A60-9B40-E09404F9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Complexity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C0993-4068-4E59-81F5-0F37B17F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383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B0DC5-4FAF-4D92-85B7-B85E9506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3830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8B683-9934-46BF-A91F-FE45B64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7192D-E935-4B23-9D13-DD47C16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C9427-BC11-42B8-B19B-E83D1E2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621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5533B-35D4-439D-89FB-3CD8C1F0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Simplest sequential baseline; raw metrics strong but memorizes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2A0E8-88A7-4F2E-A718-F07E1DBF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5B757-F525-4E27-885C-43F4AF69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57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E5EE8-00D9-40EB-9D3E-49E5AE15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04294-EC53-4F13-AE8A-CCF79E4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1B075-F141-40E4-9DB5-2780DBF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Final-grid masked baseline; weak coverage and diversity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F9A1E-8447-4B21-8640-BD75F23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19662-4B7A-4B3D-97B5-FA6CF188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D8C2F-0ECC-4FD2-8D48-5C08EE8A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Deterministic palette VAR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7FB0C-CE54-43FD-83D5-C5152881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coarse-to-fine model and final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0BDD0-5E19-4631-9CA4-5A0F043F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71924-7A3A-432E-8BE6-37E54BE2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57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8223E-371C-46DC-947A-42D5B450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4A8ED-5C15-4864-8CAD-685392A1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VAR variants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66C76-17D9-40BB-862C-1C82F299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766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expansion ablations; did not beat real-only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F5796-CCBB-45C5-AF9D-5117C1B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697E8-942E-4ED3-98C6-6BD20C25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4A498-BB46-41DC-9BFA-2F2F0A86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481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masked refinement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0279D-7AF6-4E49-AC7C-C6B02F9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masked refinement; close but not better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8AB5AA-8BE2-4A5F-A345-0CECF29A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18506F-931A-4C7F-8A25-1979A1A3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57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40E530-6012-45FB-9F5F-493E0415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5098FA-8DFC-497F-BE9C-F5541F25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0B9073-3BC1-40F6-BDC8-669ECA75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 2x2 patch-token branch; coherent but blockier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CAECC3-08DC-4EEA-8E58-D4893393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D7C5E1-124E-4C58-AD69-2C2DB4AB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4C06E4-AD83-4E31-A1B8-F9CB8481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911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 path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DA1179-6B53-4FAC-977C-93D09AD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91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 but not promoted due reconstruction quality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39EF01-DA17-445C-AEF2-0FBA22AB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43050"/>
            <a:ext cx="3143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80bcca92c4ef1"/>
          <a:stretch xmlns:a="http://schemas.openxmlformats.org/drawingml/2006/main"/>
        </p:blipFill>
        <p:spPr>
          <a:xfrm xmlns:a="http://schemas.openxmlformats.org/drawingml/2006/main">
            <a:off x="8061740" y="1581150"/>
            <a:ext cx="2450271" cy="44196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38DCB8-BC2D-4A65-A4BD-E84CED9D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final claim is not based on one model run. It comes from an explicit internal model ladder plus follow-up audits.</a:t>
            </a:r>
          </a:p>
        </p:txBody>
      </p:sp>
    </p:spTree>
    <p:extLst>
      <p:ext uri="{BB962C8B-B14F-4D97-AF65-F5344CB8AC3E}">
        <p14:creationId xmlns:p14="http://schemas.microsoft.com/office/powerpoint/2010/main" val="16419452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184B61-150D-4A3C-B918-7318D53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BCB6B-3525-4EB8-B4E8-A41B245A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55B0D2B2-9612-42C2-9797-F1E2FD5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2C38C4A-1EAD-448D-B07C-D873358C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98967-30DE-40AB-98B8-464ECFF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Among directly comparable real-validation branches, real-only PixelVAR is the winner.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C01A3-CEBC-45C6-BDF4-77A91BCF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39B36-BC4D-4EC9-8DAC-5808AE93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Branch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67C8C-2843-4D66-A654-C3E6FA14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C6C97-1C85-413B-B542-F488B54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762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b333d35c444bc"/>
          <a:stretch xmlns:a="http://schemas.openxmlformats.org/drawingml/2006/main"/>
        </p:blipFill>
        <p:spPr>
          <a:xfrm xmlns:a="http://schemas.openxmlformats.org/drawingml/2006/main">
            <a:off x="740019" y="1524000"/>
            <a:ext cx="6616212" cy="3276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8C964-8BE1-4DCA-ACE1-2B70219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3524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8C458-ED70-4EAC-B36B-323C9426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50B2E-94C9-42E3-90CD-F812D2D0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CCEFD-1F5F-4323-8519-3E8DFC08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A3CFB-452A-4AB8-B8EC-14C91D4C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764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8CA9D-2F56-45F2-B0C4-3ADAE83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C28FE-0D7B-4A84-8B4E-3491F69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1208B-F41B-4D82-AF72-F3E6ECE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Real-only VAR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B62D3-00E6-4497-BBCB-AD5E98A3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2BC6C-149A-4FAF-8E32-59E2E763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7F47A-8BC5-4091-8134-CDCA0B23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01390-0227-4AB2-B058-E9F3E578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0565D-76DA-4713-A459-0C38942C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1EA9F-DC1E-440D-9543-F5CE75A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refinement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9F92F-3CF9-4519-AEA3-DE521F47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28987-7C32-488E-93E0-06C2048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955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 ablation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E6976-3B11-45F2-BE6A-ED40358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B7658-DFC1-4FC3-85EA-7FFE3A0E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A8803-2771-4A83-B492-31C0174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Generated-keep VAR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EBC04-3489-4821-BFD5-4BC7C10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052CE-598A-4A2F-B267-1C1BCA2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908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same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ECAF3-84ED-4F18-A15F-A601565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B2F9A-749E-4C6D-8282-3EA14F92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D30E1-7A9E-48EA-9873-B64AAA3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65D578-E19C-4F47-88C0-4E71F47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+ generated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2815B-B50D-4F69-87AC-6FBE2741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0.00755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02DC74-9DC7-4069-A9AB-73ABEFD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861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99CE84-F4B1-4369-9C89-10D4522A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653204-E2B4-4170-BAB6-77CEFAE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4A7D04-EC63-4E29-9318-BD79F11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35BBA1-483F-440E-BF7A-5B5714DD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14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0.00778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E34D5E-6DED-4EBD-986F-1125117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9814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920B34-1A44-4F6F-BA4C-05BBA2EF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005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FB2EF3-DC54-4AED-B2DC-A0722105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0055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06C2BE-47B6-4CA7-9B8D-B7B6F3E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F05A14-0239-4D22-AA3C-1DCAB37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VAR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12A045-ABBA-4336-8FD4-BA84014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767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0.04689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208BA8-737F-44CE-BB08-349B6B94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separate evaluator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2B01DE-0914-404E-8E9E-6A569F1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Generated-keep and Patch-VQ are useful ablations, but they are not direct winner comparisons. The fair winner table is the shared real-validation palette-token evaluator.</a:t>
            </a:r>
          </a:p>
        </p:txBody>
      </p:sp>
    </p:spTree>
    <p:extLst>
      <p:ext uri="{BB962C8B-B14F-4D97-AF65-F5344CB8AC3E}">
        <p14:creationId xmlns:p14="http://schemas.microsoft.com/office/powerpoint/2010/main" val="16581347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086E75-926E-47C2-98B9-4327D6B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31CCC-8C62-4992-B0CF-AE415F47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1C3007FA-2937-4D0E-864E-DCB98EF8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CADC2CE5-7B96-4ACF-8FEF-0E5B2E7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HMAR ABLATION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FC5F8-5595-44D3-B6FA-D37B3621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Masked refinement worked, but more refinement was not automatically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CC6A4-63D7-4A59-853D-AAC4EEF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CAD46-513E-496D-B4C6-F1D9776A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Option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C40D6-59B4-4C3F-856B-C515DDD5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4AE78-83D6-4C72-B3BF-7AAA7BF5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191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d186ee3894397"/>
          <a:stretch xmlns:a="http://schemas.openxmlformats.org/drawingml/2006/main"/>
        </p:blipFill>
        <p:spPr>
          <a:xfrm xmlns:a="http://schemas.openxmlformats.org/drawingml/2006/main">
            <a:off x="745824" y="1562100"/>
            <a:ext cx="3918552" cy="4362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7762C-4A04-4D7A-ACE4-7348FA3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47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5F1DF-022F-4CC4-BE1B-76A4967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300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43555-F743-42A7-8B0D-2949212E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53826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9FAC8-CD1A-4B78-A032-3F21A2E0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383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37943-A86C-40DA-8D69-51CB3BBC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AB8A5-2CDE-4E4B-8210-9AFC99D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300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1830D-F6D2-4658-B54B-A258E19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69205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2B967-FE8E-418A-AC15-CFB1A56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38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D0E3A-DD64-4B4B-8B5F-11F25732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4CFCC-0974-4EC7-BB6D-6156D0B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00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0807B-19D2-4254-B35E-9BF8E456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3694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3827A-9853-4007-B268-DDAFFDD0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384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1BDC9-8AA1-409B-9587-6BBAADD2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C0C9C-E4B2-4F1E-A081-4E5ADA07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00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B5C3E-69F4-409C-B1C9-2447FF5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134017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4F0D2-47DC-49D4-B639-B31A51DF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384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27058-DE8B-4F3D-BA11-2202DDA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97298-A09C-43B0-B02F-8635C07B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300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6309F-23F5-41D6-83C4-4962157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300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C810F9-C5F9-46D5-B38F-25423B0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385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D259E-8C44-4425-8752-038F82D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455EC-8DFF-4A54-8630-A2DF668B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HMAR setting was one refinement step: temp=0.8, top_k=8.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8B9ED-0F26-4AC8-AFC3-6AEF0F8E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9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14369A-0304-4BE0-87D7-7945626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434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Four and eight steps moved farther from validation structure.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F764DE-0E22-40B2-A628-F7484B3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128AD-35AC-4D41-AC61-715BC9B4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006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Conclusion: HMAR is a successful proposal branch, not the final promoted model.</a:t>
            </a:r>
          </a:p>
        </p:txBody>
      </p:sp>
    </p:spTree>
    <p:extLst>
      <p:ext uri="{BB962C8B-B14F-4D97-AF65-F5344CB8AC3E}">
        <p14:creationId xmlns:p14="http://schemas.microsoft.com/office/powerpoint/2010/main" val="334136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35DFD3-A46D-49E5-B026-2DA7E863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FD7B8-7D6D-4CB3-A03A-E1D5A626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BDE74A7-FB01-47AC-B969-5006DF1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2A84CE2-AB6F-4F34-8782-723D91B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LEARNED-TOKEN BRANCH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F8560-2141-4C00-A7AA-5FFEFA7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VQ-style tokenization was explored, but the deterministic palette path stayed cleaner.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44E96-3A6F-41F1-AB44-D33725A0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93F9C-A268-42D0-8570-E5417EC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VQ and Patch-VQ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3A85A-5737-4B4C-8463-8376B18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10/22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75F41-0035-48CC-AA95-300F824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4d0a2b40d456f"/>
          <a:stretch xmlns:a="http://schemas.openxmlformats.org/drawingml/2006/main"/>
        </p:blipFill>
        <p:spPr>
          <a:xfrm xmlns:a="http://schemas.openxmlformats.org/drawingml/2006/main">
            <a:off x="628650" y="1524000"/>
            <a:ext cx="4019550" cy="4019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67EA0-42BB-45AE-846F-6607644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8590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be5152e954fd3"/>
          <a:stretch xmlns:a="http://schemas.openxmlformats.org/drawingml/2006/main"/>
        </p:blipFill>
        <p:spPr>
          <a:xfrm xmlns:a="http://schemas.openxmlformats.org/drawingml/2006/main">
            <a:off x="5309903" y="1524000"/>
            <a:ext cx="3610543" cy="4019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C5E8C-92CE-491F-BC25-FF5DD8F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6638C-3E29-4351-841A-93510E0A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27EB0-4D04-47C2-B6D4-8A200E22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24025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143/512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E9009-3FAA-4331-A1AA-5AC45471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1314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Patch-VQ codes 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7DB24-D725-42FA-A9F1-82749BD8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2BEE2-ED44-4385-B506-6123CF7E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D5DBB-C576-4F55-AC7C-8FB212EF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0.969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35004-5475-4456-947C-252F1BCD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314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VAR token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EEE5F-0ED2-485A-8CE6-2A32C6C9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7387B-8289-43F4-9F53-23EE7E65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FC37D-CFD2-4CC2-B712-FDD9073F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05225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0.04689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7FB07-2194-4960-9646-A6C88135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314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decoded feature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04604-D897-4EE2-99B1-78B96831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 reconstruction was too soft for pixel art. Patch-VQ gave a working learned-token ablation, but outputs were blockier than the palette-token main model.</a:t>
            </a:r>
          </a:p>
        </p:txBody>
      </p:sp>
    </p:spTree>
    <p:extLst>
      <p:ext uri="{BB962C8B-B14F-4D97-AF65-F5344CB8AC3E}">
        <p14:creationId xmlns:p14="http://schemas.microsoft.com/office/powerpoint/2010/main" val="3073653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B0BC7-9785-45C5-934B-BBDD8EC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8B3D3-4C0A-43CB-B32C-B475C1A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7AA80B0D-C91C-4B1C-A7BB-8AF196AD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4D6CD0D-FC2D-4925-A363-B9385DA0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DATA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4E837-9471-4C81-8CDF-ABF86492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More data did not beat the real-only PixelVAR validation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C3822-5ED9-493A-B573-FBDB6D9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870A3-4A9C-4EB9-B8B4-856F4F0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Dataset ablations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1360F-EEDC-4F34-8025-A0E5FBB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11/22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1A616-15B3-43B7-B795-FD18BE8B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000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CD38B-03E5-4F32-A3F4-1D200A2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8D015-FB3D-44F1-926B-71BA9DF9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Training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93E52-1C5B-491E-8366-26A028C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19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C554F-FB0F-4A49-9BC1-98F21AC7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192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8B8CE-F14A-4D76-B446-6DD109C0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C337C-13D5-4ED8-9182-FAAEEB08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Real-only VAR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17D0D-F16B-4FAD-A4D3-4A2B395A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4310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MSD Sprites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FBE4A-9954-4D71-8D2C-A234B155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D989B-1C66-4894-A6CF-F899C634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43100"/>
            <a:ext cx="1085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EFF99-CF99-453A-A6A6-258C64D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AC74F-0162-4C59-9FED-DED191DF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5CC0D-AD88-4CAF-86FB-BAB76A3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Generated-keep 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7C469-18C0-46B3-A666-35A28BB4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955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Filtered 170K generated 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96A69-8BEB-4CF0-A7C3-0FB9545A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56D31-B7C2-457A-99DF-E0A96243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95550"/>
            <a:ext cx="1085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self-reference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A66DF-FA75-490E-822C-CE7CA9B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64C85-5E8B-47D1-8340-8BB21DC2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+ generated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F1FED-9D8F-4B99-ABD6-72C8A2A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4800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+ filtered generated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66113-8426-468B-A3C6-98FAE60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B98F8-B301-457C-86B6-DC0C224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085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8FA11-8F0B-4BD7-A166-163B52C5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BF152-12F5-4066-A7EF-A53EE1EC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024F4-6E10-4B68-B5BC-C4ADDF89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008FF-97FD-4F91-87AE-D22A8A88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+ generated + OGA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34021-C74A-4460-A42E-6505689F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0.00778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0E204D-6BB4-4C5E-86B8-43CA72BF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085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1ED9E-9EF4-4CD2-A793-F7309F8E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1af60534d4846"/>
          <a:stretch xmlns:a="http://schemas.openxmlformats.org/drawingml/2006/main"/>
        </p:blipFill>
        <p:spPr>
          <a:xfrm xmlns:a="http://schemas.openxmlformats.org/drawingml/2006/main">
            <a:off x="7105650" y="15430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39CFE2-5B56-4248-B91A-64BC8278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049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c40f7a49a448c"/>
          <a:stretch xmlns:a="http://schemas.openxmlformats.org/drawingml/2006/main"/>
        </p:blipFill>
        <p:spPr>
          <a:xfrm xmlns:a="http://schemas.openxmlformats.org/drawingml/2006/main">
            <a:off x="9163050" y="15430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5381A-05A7-4245-817A-EBFDD7D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14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4d6afd18348c8"/>
          <a:stretch xmlns:a="http://schemas.openxmlformats.org/drawingml/2006/main"/>
        </p:blipFill>
        <p:spPr>
          <a:xfrm xmlns:a="http://schemas.openxmlformats.org/drawingml/2006/main">
            <a:off x="7105650" y="37528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1B0FBB-F746-49DA-AF91-EC7A883C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9458aad4a4fe5"/>
          <a:stretch xmlns:a="http://schemas.openxmlformats.org/drawingml/2006/main"/>
        </p:blipFill>
        <p:spPr>
          <a:xfrm xmlns:a="http://schemas.openxmlformats.org/drawingml/2006/main">
            <a:off x="9163050" y="37528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45768B-520C-4C32-BEFA-40F23B91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63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added a reproducible public-data path, but its distribution did not improve the main MSD validation score.</a:t>
            </a:r>
          </a:p>
        </p:txBody>
      </p:sp>
    </p:spTree>
    <p:extLst>
      <p:ext uri="{BB962C8B-B14F-4D97-AF65-F5344CB8AC3E}">
        <p14:creationId xmlns:p14="http://schemas.microsoft.com/office/powerpoint/2010/main" val="12857975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EEE0B-98C5-415A-B9D9-0EC440D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92CD1-8E04-4FDC-9D91-6DFC525C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D321C575-0BF5-49B7-AF22-29D27233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C81B2DD-5300-405B-A6B3-FF3BA8B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DA662-DCC9-4E54-A273-D8D819C1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model generated 170K samples without collapsing under the automatic quality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FAFBD-5837-4BEC-9B36-B5B1F3F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43F56-9136-4F8D-8F3E-ACB2E2B8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Large sample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EC9F4-6DAB-40AD-8071-C9D7C645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12/22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8242A-5D72-4698-8595-4B9E7DD6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4386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1bf1bbf254dd0"/>
          <a:stretch xmlns:a="http://schemas.openxmlformats.org/drawingml/2006/main"/>
        </p:blipFill>
        <p:spPr>
          <a:xfrm xmlns:a="http://schemas.openxmlformats.org/drawingml/2006/main">
            <a:off x="833071" y="1504950"/>
            <a:ext cx="4334608" cy="3314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E079F-3284-4F6C-91FF-492CFB8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38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F1149-DC30-412D-9E0A-167D1705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38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A55DF-1768-4D96-BCD2-4D31566B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430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E0682-E2E0-49F4-84E5-B71A7E8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48385-F717-447F-BE71-1821DDD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D3DF2-6A2B-42B3-8FC0-6CCCC0D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4560D-575B-42B3-A2C5-92481E2C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430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DED49-7DCF-49EF-870E-FDC2022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8F0D9-9463-4240-A6C7-A11C279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CA079-5C4A-4F23-A0F7-24AD3452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61580-C71F-419F-8C3C-10598AB2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882CB-F80D-478A-9ECD-3C5CF5E9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6702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34AEA-CF55-47F4-8D32-5329E1F4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C665A-0791-48BE-9BA8-C9F74CC8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9DFF5-3564-47F3-8DFB-1E92C774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6C9E71-0A77-41D1-9C3C-4835975F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25463-9974-4C2D-BD06-0723E65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6702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6065B-52C7-4A76-81DB-7DA5F03F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64C3C-87F0-463B-AC14-FEE4C10C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89A93-6BFF-4E38-9B7F-0C2A032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not a human preference study. It is evidence that large-scale sampling remained stable and that the automatic quality gate rejected very few outputs.</a:t>
            </a:r>
          </a:p>
        </p:txBody>
      </p:sp>
    </p:spTree>
    <p:extLst>
      <p:ext uri="{BB962C8B-B14F-4D97-AF65-F5344CB8AC3E}">
        <p14:creationId xmlns:p14="http://schemas.microsoft.com/office/powerpoint/2010/main" val="14096653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672F1-B76E-49D9-9346-450FBBB7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71E76-E74E-4B16-BE77-42BA18CA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7EC38D5-727A-477D-90B6-A1D44479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F37F9497-B5B0-4150-A4DA-76E90E19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FBBB8-8A7C-47A8-8256-8F5C5F9E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keep, review, and reject buckets make the 170K claim inspectable.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197B6-5FF0-4866-B024-865E028F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84202-2C99-46A2-B30C-6FF932B3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Visual 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5122E-2C58-4155-8CC5-5EE63CA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13/22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7338B-1ECA-4152-9111-9425235B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5d93bbf794837"/>
          <a:stretch xmlns:a="http://schemas.openxmlformats.org/drawingml/2006/main"/>
        </p:blipFill>
        <p:spPr>
          <a:xfrm xmlns:a="http://schemas.openxmlformats.org/drawingml/2006/main">
            <a:off x="647700" y="15049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ABF42-63BD-4D33-85C3-A6FF847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c9a5c6ed243c0"/>
          <a:stretch xmlns:a="http://schemas.openxmlformats.org/drawingml/2006/main"/>
        </p:blipFill>
        <p:spPr>
          <a:xfrm xmlns:a="http://schemas.openxmlformats.org/drawingml/2006/main">
            <a:off x="4457700" y="15049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84D13-850A-4FF2-9D25-1DB33A8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6f706c81c42fc"/>
          <a:stretch xmlns:a="http://schemas.openxmlformats.org/drawingml/2006/main"/>
        </p:blipFill>
        <p:spPr>
          <a:xfrm xmlns:a="http://schemas.openxmlformats.org/drawingml/2006/main">
            <a:off x="8267700" y="2327672"/>
            <a:ext cx="2876550" cy="1078706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1062E-98AE-4EC4-B0ED-1E4C6550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Keep: random usable samples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B3D8B-1ECD-49C5-B7BC-4D8362C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720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Review: unusual silhouettes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0B13D-8545-48EC-BF48-B282B1A6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Reject: very rare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3B8BF-5499-4CBE-8D90-D3C7FB49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important framing is usable generated-set scale, not manually verified perfection.</a:t>
            </a:r>
          </a:p>
        </p:txBody>
      </p:sp>
    </p:spTree>
    <p:extLst>
      <p:ext uri="{BB962C8B-B14F-4D97-AF65-F5344CB8AC3E}">
        <p14:creationId xmlns:p14="http://schemas.microsoft.com/office/powerpoint/2010/main" val="3071928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376AB-92C9-4246-8D98-F6A6304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0977B-CC8F-452D-9D6B-04CE4603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53AFE5CC-51C9-4422-82CD-52B0C991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AA3CE1B8-68C1-4E39-A6E6-5BD6841F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B593A-7DA9-45FE-8999-E36146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Inception metrics alone would select Flat AR, which is exactly why audit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EFB71-4E1F-48FF-A464-8DC7D3A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FFC4E-EA8E-4E95-96D1-CF1EBC2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Standard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8EE2B-780A-45F0-B7F4-5E13B2F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14/22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8AAB2-6226-46DE-A68B-943EC20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1435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03950daad4244"/>
          <a:stretch xmlns:a="http://schemas.openxmlformats.org/drawingml/2006/main"/>
        </p:blipFill>
        <p:spPr>
          <a:xfrm xmlns:a="http://schemas.openxmlformats.org/drawingml/2006/main">
            <a:off x="625673" y="1504950"/>
            <a:ext cx="4958953" cy="2800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20390-BF6F-4398-8804-D3E1ECBA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1435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f5678ec934380"/>
          <a:stretch xmlns:a="http://schemas.openxmlformats.org/drawingml/2006/main"/>
        </p:blipFill>
        <p:spPr>
          <a:xfrm xmlns:a="http://schemas.openxmlformats.org/drawingml/2006/main">
            <a:off x="6153150" y="1553845"/>
            <a:ext cx="5067300" cy="270256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35228-8338-434A-8C3F-B77EE1B6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096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DDCF3-E493-4D8E-AD30-7EF927B4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D8631-124A-4B1D-A29C-DB562580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006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A1123-37FC-4726-9E2E-4A5184C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00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E3ECF-EA20-419A-ABBA-76DC8B76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9FC95-0C0F-4097-B1CE-30705FF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00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73C62-70E0-422D-8176-D945FFC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72709-D50F-4D22-8378-1F65F03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5FFAA-0528-4D95-BB19-5EEDEA04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244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04A82-FD01-49E6-82C8-0F8F2E9E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AA2C5-F27C-42B2-A02D-294A179C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244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7D06F-D77B-4187-90AF-4201A1CA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244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5A543-09C7-430D-AE02-292567DC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72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EAB9A-D88E-4735-BFFB-E80D6DA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721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6A50D-4545-4B39-9B5D-31E8BDD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4830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D5C04-8655-40DA-A08A-78D15E23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483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0F039-C345-4E73-B7BC-A7A8255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483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0DF3EB-388E-4BBE-AF3C-2CC208D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483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29028-5339-4CEB-A8DF-C057CE6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483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29F26D-72DC-4ACE-9284-54A67CAB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959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7269C-1AD8-4BA5-ADCE-B85394E3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7215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00B628-E1EB-4833-9A4E-9A647A7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721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7B6AA3-D807-4B2A-BF63-2E1F251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721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DD294-9B05-487F-A040-B898EFF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721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472221-C43D-4D43-943E-88AA306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721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7A2F4F-D7F9-4E54-A4F4-50B5E669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198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EA4C8-E3E0-4F9E-B59B-53687DF3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198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FE2C5F-8DD4-498B-9C87-1F325A7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632283-BA91-492F-A5A9-37DEF8F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960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11B6F3-FC24-4234-A0BC-5343E4F1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0960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EA5F4E-569E-4240-8AF7-ECFD07C3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960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A00FC7-5F1E-4112-AD37-A2A8389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0960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</a:t>
            </a:r>
          </a:p>
        </p:txBody>
      </p:sp>
    </p:spTree>
    <p:extLst>
      <p:ext uri="{BB962C8B-B14F-4D97-AF65-F5344CB8AC3E}">
        <p14:creationId xmlns:p14="http://schemas.microsoft.com/office/powerpoint/2010/main" val="11968122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4D078-B057-4924-83BC-F3C4D6F8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26532-1FE0-46F6-A85D-E0FE7C1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332D0752-0DA4-471D-81BE-E921EDF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19F1A218-4B6F-4B39-8492-DA8BFD60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00301-D58E-42A4-857B-D9356E9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Flat AR was suspiciously good; exact-match audit shows it was memorizing.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B0682-62B7-4EC5-9F7F-1B10F6D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5541B-4A13-4B60-BCEF-B52B8C51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Audit-adjusted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0F25E-C6B7-4C70-B4F7-68E5EDCF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15/22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47202-5A82-4A76-AF3F-F8D9A8E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619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2415fa5f9495b"/>
          <a:stretch xmlns:a="http://schemas.openxmlformats.org/drawingml/2006/main"/>
        </p:blipFill>
        <p:spPr>
          <a:xfrm xmlns:a="http://schemas.openxmlformats.org/drawingml/2006/main">
            <a:off x="621030" y="1485900"/>
            <a:ext cx="5520690" cy="3067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CFD44-8153-4469-AC9A-E12F8D2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4005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F5372-558E-4C17-AE98-14DEEDD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10F11-5EFC-455F-A115-1154708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Train 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57AF6-10EE-4A52-BE99-5EF7FDF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7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F8457-F743-43A3-B347-2DB43C6B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85E3F-D5FB-4027-AE89-2EA69792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B19CD-FDE6-4CD4-AEF0-229B1ED0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40C94-D18C-4289-ABE5-B729FA8F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37519-54A2-4082-B5D7-4A68BD2D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DF435-AA24-4C41-9F35-46705C1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86363-1696-4324-AE60-E946A5F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86477-7AAF-41AA-94C1-63F459D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955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5510E-C530-4A5C-A9F2-1B7C441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9DC70-DD20-4398-B16F-A589CCC2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40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895DF-9868-4AD5-90D2-4FD2472F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D9771-D23C-4834-B514-76AD662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228D8-D6DD-4F33-9961-739C7BA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CDD13-7B07-4DD7-AEBF-893C5DF2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7AB25-022D-4DD6-8CB2-1F6AF05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479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C6066-AEDA-489B-9ECC-9201CB9B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09C0F-06DC-4DA4-9611-A3BBDFE1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A6B9D9-1F6F-4C77-BEDA-3C7019EE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3,162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06B42-B765-44F7-B7ED-7FC3FD65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00400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F2C426-4C9F-4097-A61E-E602ED76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59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DAE7B-1920-4E9B-8802-BBF130EF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004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D6E537-9EA5-43B7-9529-1D63916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400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processed dataset had zero cross-split exact duplicate hashes. Held-out exact matches are therefore not explained by simple split leakage.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7ED10B-0A69-418B-B38F-C8583D4C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0bc7155034b4b"/>
          <a:srcRect xmlns:a="http://schemas.openxmlformats.org/drawingml/2006/main" l="0" t="26724" r="0" b="26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4857750"/>
            <a:ext cx="2209800" cy="102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72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32F06-E5BF-4E3A-8E68-3263D24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3B9E5-C8F7-45C8-901B-9DDAD86D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5816732D-997C-4632-9FAE-A2E84B8A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71128342-42B0-4280-B9B6-A3EB931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SAMPLE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5C24A-858F-46F1-99D9-CF33E092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four-way sheet makes the metric/audit story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6B707-09EE-40BF-BBE7-708A482F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CB830-F93C-4292-8F36-9A9BBC4E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Qualitative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16D7-8E6F-40AE-B030-61E32239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16/22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4D9E3-4456-4687-8027-FDA2B31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11334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cf80450b547e5"/>
          <a:stretch xmlns:a="http://schemas.openxmlformats.org/drawingml/2006/main"/>
        </p:blipFill>
        <p:spPr>
          <a:xfrm xmlns:a="http://schemas.openxmlformats.org/drawingml/2006/main">
            <a:off x="457200" y="1475339"/>
            <a:ext cx="11258550" cy="320247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470C9-7012-44B4-AD69-AF05E78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97C1D-B241-4651-BCFA-59B2462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and HMAR produce coherent sprite rows with low-but-nonzero exact matches.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EF3B7-5185-4224-B40D-A6CBD77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489CB-4F1E-4DD2-BE9C-53B2BC2D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looks strong visually and numerically, but the exact-match counts are too high.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EA210-3C54-45F7-AB14-DB0F2E63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8D380-F50A-4C70-A21A-BA8D7C8D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 shows low coverage and repeated weak structure in this setup.</a:t>
            </a:r>
          </a:p>
        </p:txBody>
      </p:sp>
    </p:spTree>
    <p:extLst>
      <p:ext uri="{BB962C8B-B14F-4D97-AF65-F5344CB8AC3E}">
        <p14:creationId xmlns:p14="http://schemas.microsoft.com/office/powerpoint/2010/main" val="3588212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A9F35-23D4-472C-8ACE-32257239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D6F22-14F9-49B0-8C44-5623D95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6EAA86C0-84D2-449F-B5AE-37076C08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F82705CF-34FF-471D-B69B-59B90D8C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9A28B-265C-4EBB-B40D-67BE61C4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Targeted and practical external generators were run under the same 32x32 PNG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DEAF6-2EA5-4141-A5A5-F4848BE9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392C0-101D-4C06-82C1-5564B93D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2A5A8-911B-42B2-9D16-EC31A5E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17/22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DAD3B-1F6B-4D01-B573-F0A28C1D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473C0-E8E5-4DB8-8AD3-E9B3274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907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E42F2-B34C-4176-BD28-B3A9526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90700"/>
            <a:ext cx="231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B0FE8-F2CB-4042-9633-BBD3778A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43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46.5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4A102-73D2-4685-B014-4AB9CAA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5038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DDDF6-2A69-4CBE-8CF5-6921D9C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3138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F83C5-451D-4282-AC9B-5331571A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3138"/>
            <a:ext cx="76632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9E8A3-E2B8-4D73-BC3D-3FA62783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55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154.0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64519-942A-4BA4-85E0-DEF9160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DD8C2-1922-43D7-8734-1C1CA407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955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3C6E9-6037-4496-B191-C58FED6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95575"/>
            <a:ext cx="78906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77ACC-1A4E-4C8B-8F31-9C603781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158.6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36C88-2E73-42E0-939A-2A292847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9913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C09F9-A619-4B15-911B-A038E3F0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48013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52AE8-0734-499C-AD5D-ED1CDB13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48013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48871-7717-4E2E-91A1-9C5E4BD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03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497.7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49E44-D2CB-4E00-8863-1945D292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lower is better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28A96-621D-4870-9A20-011CA91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93552-116F-4805-8599-274BD9CD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67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32783-BC19-4F2B-97A3-94C1675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67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8CF66-ADD0-4228-AF90-D0598356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95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28874-C4E5-481E-A285-2A9187B6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6288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28A0F-53F5-4DC9-80FC-08DBD3A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4388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7D15CD-F21C-4322-A39C-16D4F037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4388"/>
            <a:ext cx="1412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56FB8-3C38-4648-928A-A0BA126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7676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5D6FB1-1CD9-4B20-8255-E19A6BD1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1988C-FB95-4F05-96AB-F37F6490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815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B6A0BD-B314-4D22-AA93-D0B663F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81575"/>
            <a:ext cx="9788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E2D2E-6A92-4DCE-9DA2-643C506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33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6DD704-26FC-427D-82AD-1CB1B0B6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0663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7B76B0-894F-427A-B0F6-BAFB60AB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8763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F063E3-ACEC-47C4-835E-44A8283F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8763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3D0DFF-86EE-499B-893A-ACBF004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9113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5BFCD-DE4D-40D3-89B7-02B8CF16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Bottom line: none of the external diffusion-style baselines closes the gap under our normalized protocol.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5E60A4-4AB3-4ECB-B76B-3C82EDA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4762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0D9E08-E0F3-4BFA-8516-E6D096B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941249-4B3A-4357-BBB1-8CCDBB6C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included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BC3B3A-6D12-439A-A567-EE71C68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A3320B-3F40-45C8-948D-6FB5200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092427-A2EB-4B88-A782-790E83C9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9E04D1-7CB0-49D0-83C0-04F38D77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 targeted low-res palette method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60B669-DF84-4A12-9B5A-B3E73CA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99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valid attempt; poor run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6AB8B9-DDFB-438F-B588-1DFDD6B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A88B38-2927-41EA-919B-D1152A65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D4FB90-F02F-49E9-A404-D6AB65A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D1A385-EA72-4724-ADF7-AE08420C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practical SDXL-family baseline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D3FE80-ADD8-440B-ADB1-50463FCC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weak/moderate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50E81F-4CE6-45DF-8FB9-D7F549BE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DE1EF9-217A-43B8-B7AE-10FE6747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CD37F9-F0FB-4076-8377-8A037782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accessible sprite-specific practical generator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BFD704-3161-45AC-B108-851DDA2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767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external visual baseline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B757EE-B635-43DE-8161-DB9DB56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04B43D-73AD-40B1-BD93-0723A3BD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7B490C-8558-4A58-B8D7-C3C152B1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2B3E54-A978-4AEB-8289-6A5F88E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Related character sprite work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3674E6-228B-441A-AE93-4DA38C4E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101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cite, not direct numeric row</a:t>
            </a:r>
          </a:p>
        </p:txBody>
      </p:sp>
    </p:spTree>
    <p:extLst>
      <p:ext uri="{BB962C8B-B14F-4D97-AF65-F5344CB8AC3E}">
        <p14:creationId xmlns:p14="http://schemas.microsoft.com/office/powerpoint/2010/main" val="43641704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C6164-3543-4888-97BE-97DFAAA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DFF86-FD80-4272-852A-E2A587D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E494FDC1-9045-4BD9-B0A9-57BB4D8F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B0D24F65-D4F4-4246-9EC7-BF8E6B1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VISUALS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60D6C-1D72-4E90-8A5D-47A3006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external sheets explain why protocol caveats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78CE-F539-40F0-A4D3-3F0A3DE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1135-7ACB-400F-BB60-9161F0D8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E2905-D58D-4338-B086-7D942673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18/22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73414-25AD-43FB-B510-740E058F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773f7f02044af"/>
          <a:stretch xmlns:a="http://schemas.openxmlformats.org/drawingml/2006/main"/>
        </p:blipFill>
        <p:spPr>
          <a:xfrm xmlns:a="http://schemas.openxmlformats.org/drawingml/2006/main">
            <a:off x="552450" y="1938618"/>
            <a:ext cx="3314700" cy="38996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1F96A-BCCC-4355-B020-AD4BE82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36ebd833c44ff"/>
          <a:stretch xmlns:a="http://schemas.openxmlformats.org/drawingml/2006/main"/>
        </p:blipFill>
        <p:spPr>
          <a:xfrm xmlns:a="http://schemas.openxmlformats.org/drawingml/2006/main">
            <a:off x="552450" y="3615018"/>
            <a:ext cx="3314700" cy="38996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A1631-D11D-4D15-88FA-CD399E83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3390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0f2512b104472"/>
          <a:stretch xmlns:a="http://schemas.openxmlformats.org/drawingml/2006/main"/>
        </p:blipFill>
        <p:spPr>
          <a:xfrm xmlns:a="http://schemas.openxmlformats.org/drawingml/2006/main">
            <a:off x="552450" y="5291418"/>
            <a:ext cx="3314700" cy="38996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8C5B1-3E75-4900-8709-9AF90DFE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5722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79552-8AA3-4201-9757-61210F1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F0971-C7B1-4C30-AAB3-93636A5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Visual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A3C81-CE0F-4A35-B762-BBDD8791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AC414-0173-443C-8FCB-4A21B83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F614D-7427-4EDB-81B0-41C0A0BB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D7256-EDDF-46CB-AFCC-4FA6952C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Noisy tiled color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E4372-A4FB-4CDB-B425-8B5D56E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Prompt/image-conditioned optimization; slow; 16-image metric batch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E328A-DFCD-4D36-ACB2-5218C554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FEA30-B4A2-44B7-A5AC-0F411ECF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657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B6B77-CC73-418C-A989-CE3536A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152D4-BE78-4F0D-8310-9F4A2013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Some recognizable sprites, many lineup/crop failures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042C30-9AFB-4180-BDC8-C9DE2581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text-to-image, not sprite-dataset trained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C3322-5933-45D3-899E-792A3339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3872FC-A301-4FF0-B48C-FFD11E1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F0325-6701-4872-9290-1A8E1A9D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looking external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A3619-C2A6-40C2-B7B0-6D998EB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trainer style; frames/fragments/paired characters remain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CBF32-4A5B-4BF7-9149-D9B97A2A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0C11F-F7F6-4663-A79E-99401DD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657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3E7F21-DD55-4804-8F62-B5CC6A06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PixDiff-PIG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9171F9-2968-4E4C-BCD1-0D26A756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98836-923F-41B5-95FC-2A69D8CB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624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 runnable public code/weights found in this 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535762-00E4-4132-8205-63E86860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931E2E-99A0-458B-9044-400D39C9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69BA65-CE51-4B84-A4E1-C8AD5C4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metric row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38DED-E202-4157-A503-3A0BC05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435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imputation, not unconditional generation</a:t>
            </a:r>
          </a:p>
        </p:txBody>
      </p:sp>
    </p:spTree>
    <p:extLst>
      <p:ext uri="{BB962C8B-B14F-4D97-AF65-F5344CB8AC3E}">
        <p14:creationId xmlns:p14="http://schemas.microsoft.com/office/powerpoint/2010/main" val="1695539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E6706-1E0E-4919-92E5-071D362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7E97A-9E3C-40A3-B1B7-FAA0E126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26F69C51-CC25-45CD-AABD-C81C5A0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BCAE6AD7-F08C-4167-87C6-9BDD1214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LEFTOVERS AND STRETCH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E73A1-8461-4E54-9169-E16269FA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remaining proposal/stretch items are now explicit instead of hidden.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2D40F-DCCA-4504-8A5D-84B66F11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53DD4-77DC-49FD-ACF7-820533E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Open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48F09-CA82-4F9B-8E74-4C44B4E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19/22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C9101-9CAF-48C3-AD77-FC403A3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74295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643A5-31E0-4D87-AFC1-61B39D91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F95D-14A0-4D63-BCEC-E651A4A5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69FFF-FC6C-4B3C-8765-373C5C01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Reason / next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35EF5-F645-4227-9BA0-10D4BF0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09F4A-340D-4468-8DA6-55963374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8/16/32 palette ablation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888D5-1574-4251-AF70-5E2BEA7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7F927-B690-4FBB-8F8E-393F973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386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8-color and 32-color configs/actions added; GPU metrics pending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66F91-A81A-4FCC-8292-AB22A6DB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D6EF-EF7A-4B22-ACD9-822D79BF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481BE-CBD6-434B-B5D8-A4DB4E51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4-scale hierarchy ablation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313D1-AF89-49BC-BA57-DD2CF8B8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AB660-8CC4-4332-BD44-28B4FC74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386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Compare [1,4,16,32] against main 6-scale 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DC7BF-33B8-402F-8DCA-68C805E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73A97-47BC-4C35-A013-69C43D3F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3FFCC-AE79-46AE-B1AD-B3DEB1AD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AA529-94B1-4656-BE42-92461ECF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09950"/>
            <a:ext cx="386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Sequence length rises from 1,365 to 5,461 tokens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48C32-04A4-4977-98A6-1BC42A3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EFF13-2AC8-4CDA-82D2-09943793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AFB3DB-E37E-4EC9-A4FE-BD1F7697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A3BEAF-9F94-49D9-BADF-1C3971F2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D549C-773C-4E55-9D6E-03A49367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76700"/>
            <a:ext cx="386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Needs survey/UI, randomized samples, collection and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81163-4E9F-4567-A6FD-80B3A07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D2A17-3696-4FAB-92AC-CE83264C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 tokenizer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3C0DE-0E2C-4914-A80F-0B7E91D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6A040A-C7B6-4A3F-AD86-00F97E0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43450"/>
            <a:ext cx="386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 but reconstruction quality did not pass pixel-art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E9759-9316-4D25-9EA7-F52159E5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038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96F9F9-43EC-44E2-9E56-4C16CC20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cost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54839-FE6E-4C6E-9ECE-08F161EB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4143F-32B6-44A8-B730-419B534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BC8A0C-7040-4AAC-BDD0-09F2E58B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051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12B16F-9E3D-41F2-A6BE-0C6036BD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tokens at 32x32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59A35-60A9-4B35-9779-11D0764B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45EC51-7E11-4447-912B-A30B918C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A2DCA2-65DC-4CB2-90C0-79037488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528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5,461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590C3B-9ABE-4F1A-AAEF-0CC30957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tokens at 64x64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334204-4580-4281-B122-A267D8E6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1015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About 4x longer sequence before extra training, sampling, audit, storage, and evaluation cost.</a:t>
            </a:r>
          </a:p>
        </p:txBody>
      </p:sp>
    </p:spTree>
    <p:extLst>
      <p:ext uri="{BB962C8B-B14F-4D97-AF65-F5344CB8AC3E}">
        <p14:creationId xmlns:p14="http://schemas.microsoft.com/office/powerpoint/2010/main" val="149647476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EC4A0-CB63-48E7-9B72-AD1D1A59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B913A-A6DE-4891-8165-008A64F2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6CE50180-36AB-4B14-9523-1104A299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A1D38103-25B6-4A99-95B6-BAC1C34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FRAMING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CDA1D-C254-40BA-B053-EC4AC2AD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We used multiple metrics because no single score is reliable for tiny sprites.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94B86-ED74-4A3F-8223-FFAD5FC2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8F001-0623-434C-9D86-BDE3E647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Evaluation grammar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A2282-2239-4C08-B902-7A9665B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20/22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14D7F-2265-47EE-B64F-D90859FD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7239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B860A-AAC2-4FB9-A7B5-486ECD7C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DA2E1-A339-40C2-B1AC-CDCCB0B6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383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it tells 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5F869-940F-46A4-84C9-401F876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383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F26B5-2AC7-4854-83B4-5841F5A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AA75A-0967-468C-82C2-63EC73A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310ED-6BBF-4E04-8C20-2AD4C8A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Opaque ratio, edge density, entropy, silhouette, token histogram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9D812-D2C1-4BC5-A6E6-0790DC2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proposal-internal selector; lower is better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8A9F0-63D3-481C-8B37-A570ABED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D504D-3E8F-457C-81AB-411A9F3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59F09-1BC0-4CD4-868F-A3654D45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641CD-7836-44F4-AE81-45AC401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Opaque pixels belong to fixed palette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C2548-032A-48BC-8A81-2A7B225F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Expected 1.0 for token models; do not oversell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44DCA-91EC-4146-9036-AD22CA8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06003-8FE4-4F78-915C-80EF551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0F509-4065-460F-B9BC-C9E7C7F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670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Inception-feature distribution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F131D-7685-488C-97B6-C9785A57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metric, but imperfect for 32x32 pixel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1B3A2-439E-43F6-B6A7-D90E63F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00676-5009-413C-A842-C18D7B7C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5FA1D-7999-47BE-ABF5-F8C12118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3FEC6-F50E-446B-A65E-99899F07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195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4E869-BAE3-4FDB-9EC7-FC1DC1E2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195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Useful only with audit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BE01D5-A6D4-4539-82E5-5BA3258A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99F425-BC2A-4614-AE89-FDE883D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D3575-6B4B-4B33-8840-E18644D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719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PRDC-style neighborhood 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23EC1-3F52-479F-B40E-3E6C0719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Higher is better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347603-80EB-49D9-9A04-D156199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A27368-18DC-474F-9988-280550DF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CD76C6-98EA-4674-BDB4-0A09371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B7C6D8-7500-415D-8CF0-6B96B2D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244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Generated-sample diversity proxy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1F73C5-4A4C-4936-9B5F-C49AF5B7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244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Lower usually means more diverse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D9A045-B653-4A2A-8E41-9085C94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5979E3-4348-44E1-A875-D72B220C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84A8C-F573-44C0-B450-4E5C432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7685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Train/val/test token-map copies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D14A08-5536-41B3-A493-DBFBDFB9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768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Disqualifies suspicious raw winners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3EF9D0-C108-4327-A6DB-1D8CEB20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serious claim is audit-adjusted, not cherry-picked.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E7C96E-6394-4B8D-86C4-8B67FF6C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C653AE-7D34-422F-8D7D-1718D0D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 known metrics: Flat AR wins.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402963-6811-411D-A3C0-AC1E08D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4B7C41-5332-4078-AEF4-A7E7F288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Audit-adjusted view: Flat AR is memorizing.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8D0AD4-BBD8-4AE3-856A-E1131843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E8BBB7-C1CF-44C9-8904-FD7559C9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view: PixelVAR wins among comparable proposal branches.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CAE7EE-0C8F-499B-A9EC-2367F32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631626-A504-494B-98DC-93AE8BA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view: diffusion baselines trail PixelVAR under normalized protocol.</a:t>
            </a:r>
          </a:p>
        </p:txBody>
      </p:sp>
    </p:spTree>
    <p:extLst>
      <p:ext uri="{BB962C8B-B14F-4D97-AF65-F5344CB8AC3E}">
        <p14:creationId xmlns:p14="http://schemas.microsoft.com/office/powerpoint/2010/main" val="2195419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E7158-8111-4B6D-A493-22F079A3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0B988-65E1-41EC-904C-73EC350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3E6EF8C7-D645-4671-89C4-0278A3E6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E65D66CE-F9EE-42A8-8B2D-75A26CB3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C42C8-E61E-4064-B8C8-859BE0AF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artifacts are backed by commands, reports, and saved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436E5-F92D-45B6-9311-CCFEEE30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C4ED1-D02E-4B31-8637-515D307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34B79-95FC-4347-9839-3495DC4D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21/22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83680-D073-47C2-83B9-5F35A43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5054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B2940-9797-44E1-8D99-AB95958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1ACEA-AC55-469C-951A-A2F47A3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9545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6817F-0771-467F-A4E1-FDEBA05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18BA3-3963-4F1D-8049-17513E8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005AE-E1EA-4CDC-B5C2-6758D43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193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reports/final/final_report_narrative.md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214E3-2807-4878-A917-5EE319A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85433-B239-4FC9-A145-AE1E1BB4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50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480C6-28BC-4F44-8F2B-198FAA22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Decision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8F52D-607D-4E2C-A692-1B091DE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reports/final/model_decision_table.md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FB576-60A1-4F89-B8E7-4CB9FFC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BED08-16D3-41E9-8A9B-2DDA3DB0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3C436-97F9-486C-BE09-5DDE8980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337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reports/final/known_metrics_comparison.md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536A5-9C04-4AED-B7FC-FEB08689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5286B-C25B-4062-A666-FF74DC40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50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7F803-F361-4823-ADBF-5BD2E805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A89C6-69D2-49CF-960C-EDBB23B0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reports/final/external_baseline_comparison.md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ACA80-59E3-402E-B17B-63CA51C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A5F23-E308-4EF8-A8CC-BF3ED5E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3B56D-CF24-4DA0-B143-82BAF939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reports/final/memorization_audit_summary.md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DEF9A-08F5-4682-8503-40E9E61B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AF787-2A14-4AD7-A4BB-018727FB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50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B88FFF-73A1-401B-8B47-A8CDF31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Stretch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916E73-6526-4D7B-A268-15E7192D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reports/final/proposal_leftovers_stretch_plan.md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69628-A6C0-4C96-8E54-6C572D1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8550A3-81A5-452E-B224-9211DC3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C3351E-B73F-4A33-A8B8-325CEFE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62500"/>
            <a:ext cx="356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reports/final/reproducibility_commands.md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7838C-1204-433C-900C-59CF5604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286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AFBFE8-ADEF-4F5C-8FC9-02A1E901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47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Next Modal commands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A9D288-340F-4DFE-9DE7-6455F6E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3752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prepare-sprites-palette8</a:t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train-sprites-palette8-ladder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prepare-sprites-palette32</a:t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train-sprites-palette32-ladder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train-sprites-scale4-ladder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C78A38-91C3-4D6C-A855-3D2F72E5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Current branch: codex/pixelvar-external-baselines. Last implementation pass added the runnable proposal-leftover ablation setup.</a:t>
            </a:r>
          </a:p>
        </p:txBody>
      </p:sp>
    </p:spTree>
    <p:extLst>
      <p:ext uri="{BB962C8B-B14F-4D97-AF65-F5344CB8AC3E}">
        <p14:creationId xmlns:p14="http://schemas.microsoft.com/office/powerpoint/2010/main" val="3550690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AB4D8-87F1-4111-98B9-2FBCD399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7F703-A39D-4EA2-BEC2-53321F9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C5A1F17B-B8AF-4B26-85FD-88DEBAFB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FA7B657F-58F5-4193-96D5-E83AA9AA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CB63-71A5-40F8-A915-BB4D0F0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completed the main 32x32 palette-token proposal path and survived a broader audit than the raw metrics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23957-2870-42D0-BA80-47224C2F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95350"/>
            <a:ext cx="23812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756f1543e4c68"/>
          <a:srcRect xmlns:a="http://schemas.openxmlformats.org/drawingml/2006/main" l="8931" t="0" r="8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933450"/>
            <a:ext cx="2305050" cy="3124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E8C48-0CBB-4F21-94DC-8718B2C8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E8908-9610-4E2D-8B4C-1A9BEDC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C9789-B33C-4E17-BDC9-82AB8FE6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A2E52-B3E2-403C-8703-2644AD0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171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real-only 16-color / 6-scale VAR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517D1-485E-439C-BB3B-13FF4A8F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B3685-70BD-4BE6-84DB-160C8C4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BD443-A282-4F25-8539-A528C79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0517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07C51-1F1E-404F-80F9-7C7B3607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790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 step=1 ablation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92B2B-9C2F-4761-AFB6-97C7B805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8210D-E50B-43C1-B763-704778F0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4109B-B27B-442C-82EE-E86BAF3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0517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91D8F-E94E-4378-AC86-6C0D60B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Flat AR memorization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AF8D6-B493-44BC-8BA1-67140BD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1DA6E-01ED-4E77-B9A6-55413947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proposal-internal sprite-feature score: PixelVAR main, 0.00147.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A5643-2E53-4AF8-9EDA-43479D48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34DED-5F8C-48FE-B728-7EE30813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FID/KID were reported, but audit prevents a misleading Flat AR winner claim.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67ED9-AE42-41D6-BA6B-177A3820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46809-2C1C-4941-A42A-193AC9CF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diffusion-style baselines did not beat PixelVAR under the normalized 32x32 protocol.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B1FF9-1513-4FA4-A091-B5A9765D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2DA2F-CE77-4C4F-8D88-00096B4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 work is clear: pending palette/scale runs, user study, and 64x64.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10075-83ED-4812-9F70-32631C98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8FA414-40F2-45CF-96F8-EC04434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Final 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661C6-153B-4309-97FD-23A5EB59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722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22/22</a:t>
            </a:r>
          </a:p>
        </p:txBody>
      </p:sp>
    </p:spTree>
    <p:extLst>
      <p:ext uri="{BB962C8B-B14F-4D97-AF65-F5344CB8AC3E}">
        <p14:creationId xmlns:p14="http://schemas.microsoft.com/office/powerpoint/2010/main" val="1797626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2026-06-08T15:10:01.0440000Z</dcterms:created>
  <dcterms:modified xsi:type="dcterms:W3CDTF">2026-06-08T15:10:01.0440000Z</dcterms:modified>
</coreProperties>
</file>