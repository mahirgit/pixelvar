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dacbebfe444508" /><Relationship Type="http://schemas.openxmlformats.org/officeDocument/2006/relationships/extended-properties" Target="/docProps/app.xml" Id="R738fbde8a27c416a" /><Relationship Type="http://schemas.openxmlformats.org/officeDocument/2006/relationships/officeDocument" Target="/ppt/presentation.xml" Id="R72d4c237d68842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6ff85fb6374ed8"/>
  </p:sldMasterIdLst>
  <p:notesMasterIdLst>
    <p:notesMasterId xmlns:r="http://schemas.openxmlformats.org/officeDocument/2006/relationships" r:id="Rd9d4dd7ef6ab4f69"/>
  </p:notesMasterIdLst>
  <p:sldIdLst>
    <p:sldId xmlns:r="http://schemas.openxmlformats.org/officeDocument/2006/relationships" id="256" r:id="R6e371b23b1fd468e"/>
    <p:sldId xmlns:r="http://schemas.openxmlformats.org/officeDocument/2006/relationships" id="257" r:id="R4af70153e14f44d3"/>
    <p:sldId xmlns:r="http://schemas.openxmlformats.org/officeDocument/2006/relationships" id="258" r:id="R2a470ff6f2084658"/>
    <p:sldId xmlns:r="http://schemas.openxmlformats.org/officeDocument/2006/relationships" id="259" r:id="R63ed449ed8974ec2"/>
    <p:sldId xmlns:r="http://schemas.openxmlformats.org/officeDocument/2006/relationships" id="260" r:id="Rc6cdb5e1449b4557"/>
    <p:sldId xmlns:r="http://schemas.openxmlformats.org/officeDocument/2006/relationships" id="261" r:id="R78c89adfa9214b8e"/>
    <p:sldId xmlns:r="http://schemas.openxmlformats.org/officeDocument/2006/relationships" id="262" r:id="R3c7a06134a574a50"/>
    <p:sldId xmlns:r="http://schemas.openxmlformats.org/officeDocument/2006/relationships" id="263" r:id="R7c69f4295d8d4835"/>
    <p:sldId xmlns:r="http://schemas.openxmlformats.org/officeDocument/2006/relationships" id="264" r:id="Re0ebf92cd55f4452"/>
    <p:sldId xmlns:r="http://schemas.openxmlformats.org/officeDocument/2006/relationships" id="265" r:id="Rac99a2c1b00e4e1c"/>
    <p:sldId xmlns:r="http://schemas.openxmlformats.org/officeDocument/2006/relationships" id="266" r:id="Ra4ca323c0de449f4"/>
    <p:sldId xmlns:r="http://schemas.openxmlformats.org/officeDocument/2006/relationships" id="267" r:id="R3ccbafeea92e4238"/>
    <p:sldId xmlns:r="http://schemas.openxmlformats.org/officeDocument/2006/relationships" id="268" r:id="Rd331f2d2e1934d22"/>
    <p:sldId xmlns:r="http://schemas.openxmlformats.org/officeDocument/2006/relationships" id="269" r:id="R888affc0667c43c4"/>
    <p:sldId xmlns:r="http://schemas.openxmlformats.org/officeDocument/2006/relationships" id="270" r:id="R6a3480f75b3e4646"/>
    <p:sldId xmlns:r="http://schemas.openxmlformats.org/officeDocument/2006/relationships" id="271" r:id="Rf3ffb860d30a48fb"/>
    <p:sldId xmlns:r="http://schemas.openxmlformats.org/officeDocument/2006/relationships" id="272" r:id="R30679ca1276d4580"/>
    <p:sldId xmlns:r="http://schemas.openxmlformats.org/officeDocument/2006/relationships" id="273" r:id="Rd661ae414b3e43d2"/>
    <p:sldId xmlns:r="http://schemas.openxmlformats.org/officeDocument/2006/relationships" id="274" r:id="Ra372da6bc9ee4e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4e1120fc7740a3" /><Relationship Type="http://schemas.openxmlformats.org/officeDocument/2006/relationships/slideMaster" Target="/ppt/slideMasters/slideMaster1.xml" Id="Rcc6ff85fb6374ed8" /><Relationship Type="http://schemas.openxmlformats.org/officeDocument/2006/relationships/notesMaster" Target="/ppt/notesMasters/notesMaster1.xml" Id="Rd9d4dd7ef6ab4f69" /><Relationship Type="http://schemas.openxmlformats.org/officeDocument/2006/relationships/presProps" Target="/ppt/presProps.xml" Id="R99f8e2236e5148c7" /><Relationship Type="http://schemas.openxmlformats.org/officeDocument/2006/relationships/viewProps" Target="/ppt/viewProps.xml" Id="Rf4106b759ee84412" /><Relationship Type="http://schemas.openxmlformats.org/officeDocument/2006/relationships/tableStyles" Target="/ppt/tableStyles.xml" Id="R113179ab18814268" /><Relationship Type="http://schemas.openxmlformats.org/officeDocument/2006/relationships/slide" Target="/ppt/slides/slide1.xml" Id="R6e371b23b1fd468e" /><Relationship Type="http://schemas.openxmlformats.org/officeDocument/2006/relationships/slide" Target="/ppt/slides/slide2.xml" Id="R4af70153e14f44d3" /><Relationship Type="http://schemas.openxmlformats.org/officeDocument/2006/relationships/slide" Target="/ppt/slides/slide3.xml" Id="R2a470ff6f2084658" /><Relationship Type="http://schemas.openxmlformats.org/officeDocument/2006/relationships/slide" Target="/ppt/slides/slide4.xml" Id="R63ed449ed8974ec2" /><Relationship Type="http://schemas.openxmlformats.org/officeDocument/2006/relationships/slide" Target="/ppt/slides/slide5.xml" Id="Rc6cdb5e1449b4557" /><Relationship Type="http://schemas.openxmlformats.org/officeDocument/2006/relationships/slide" Target="/ppt/slides/slide6.xml" Id="R78c89adfa9214b8e" /><Relationship Type="http://schemas.openxmlformats.org/officeDocument/2006/relationships/slide" Target="/ppt/slides/slide7.xml" Id="R3c7a06134a574a50" /><Relationship Type="http://schemas.openxmlformats.org/officeDocument/2006/relationships/slide" Target="/ppt/slides/slide8.xml" Id="R7c69f4295d8d4835" /><Relationship Type="http://schemas.openxmlformats.org/officeDocument/2006/relationships/slide" Target="/ppt/slides/slide9.xml" Id="Re0ebf92cd55f4452" /><Relationship Type="http://schemas.openxmlformats.org/officeDocument/2006/relationships/slide" Target="/ppt/slides/slide10.xml" Id="Rac99a2c1b00e4e1c" /><Relationship Type="http://schemas.openxmlformats.org/officeDocument/2006/relationships/slide" Target="/ppt/slides/slide11.xml" Id="Ra4ca323c0de449f4" /><Relationship Type="http://schemas.openxmlformats.org/officeDocument/2006/relationships/slide" Target="/ppt/slides/slide12.xml" Id="R3ccbafeea92e4238" /><Relationship Type="http://schemas.openxmlformats.org/officeDocument/2006/relationships/slide" Target="/ppt/slides/slide13.xml" Id="Rd331f2d2e1934d22" /><Relationship Type="http://schemas.openxmlformats.org/officeDocument/2006/relationships/slide" Target="/ppt/slides/slide14.xml" Id="R888affc0667c43c4" /><Relationship Type="http://schemas.openxmlformats.org/officeDocument/2006/relationships/slide" Target="/ppt/slides/slide15.xml" Id="R6a3480f75b3e4646" /><Relationship Type="http://schemas.openxmlformats.org/officeDocument/2006/relationships/slide" Target="/ppt/slides/slide16.xml" Id="Rf3ffb860d30a48fb" /><Relationship Type="http://schemas.openxmlformats.org/officeDocument/2006/relationships/slide" Target="/ppt/slides/slide17.xml" Id="R30679ca1276d4580" /><Relationship Type="http://schemas.openxmlformats.org/officeDocument/2006/relationships/slide" Target="/ppt/slides/slide18.xml" Id="Rd661ae414b3e43d2" /><Relationship Type="http://schemas.openxmlformats.org/officeDocument/2006/relationships/slide" Target="/ppt/slides/slide19.xml" Id="Ra372da6bc9ee4e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2e36d3423047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a3dd2441c94bdf" /><Relationship Type="http://schemas.openxmlformats.org/officeDocument/2006/relationships/notesMaster" Target="/ppt/notesMasters/notesMaster1.xml" Id="R370bbb333e5244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eca0337c044dee" /><Relationship Type="http://schemas.openxmlformats.org/officeDocument/2006/relationships/notesMaster" Target="/ppt/notesMasters/notesMaster1.xml" Id="R9a9cd508b3f04a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4efb555db8405f" /><Relationship Type="http://schemas.openxmlformats.org/officeDocument/2006/relationships/notesMaster" Target="/ppt/notesMasters/notesMaster1.xml" Id="Rd915037b863a40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dffd38e32540f9" /><Relationship Type="http://schemas.openxmlformats.org/officeDocument/2006/relationships/notesMaster" Target="/ppt/notesMasters/notesMaster1.xml" Id="R304e17ef25854c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9278a40f3045a3" /><Relationship Type="http://schemas.openxmlformats.org/officeDocument/2006/relationships/notesMaster" Target="/ppt/notesMasters/notesMaster1.xml" Id="R3a9952dc60aa41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6a1c953023406d" /><Relationship Type="http://schemas.openxmlformats.org/officeDocument/2006/relationships/notesMaster" Target="/ppt/notesMasters/notesMaster1.xml" Id="R67091f0d957b4e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2e4e769c5c4398" /><Relationship Type="http://schemas.openxmlformats.org/officeDocument/2006/relationships/notesMaster" Target="/ppt/notesMasters/notesMaster1.xml" Id="R96f1b764c2a54a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4054dea121487d" /><Relationship Type="http://schemas.openxmlformats.org/officeDocument/2006/relationships/notesMaster" Target="/ppt/notesMasters/notesMaster1.xml" Id="R73c2b1ab878e43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a32b26e8d74caa" /><Relationship Type="http://schemas.openxmlformats.org/officeDocument/2006/relationships/notesMaster" Target="/ppt/notesMasters/notesMaster1.xml" Id="R1561e228377a46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d860249eaf42bb" /><Relationship Type="http://schemas.openxmlformats.org/officeDocument/2006/relationships/notesMaster" Target="/ppt/notesMasters/notesMaster1.xml" Id="R134a547d709141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2410f111164799" /><Relationship Type="http://schemas.openxmlformats.org/officeDocument/2006/relationships/notesMaster" Target="/ppt/notesMasters/notesMaster1.xml" Id="R501215daf46c4f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2a2e86bd3f45e7" /><Relationship Type="http://schemas.openxmlformats.org/officeDocument/2006/relationships/notesMaster" Target="/ppt/notesMasters/notesMaster1.xml" Id="Rc797fc5c38dc4f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1a277910024ffe" /><Relationship Type="http://schemas.openxmlformats.org/officeDocument/2006/relationships/notesMaster" Target="/ppt/notesMasters/notesMaster1.xml" Id="R43e828e871d34e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06aafda3fc4553" /><Relationship Type="http://schemas.openxmlformats.org/officeDocument/2006/relationships/notesMaster" Target="/ppt/notesMasters/notesMaster1.xml" Id="Rfcd53e5611c249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19ef443efa4b33" /><Relationship Type="http://schemas.openxmlformats.org/officeDocument/2006/relationships/notesMaster" Target="/ppt/notesMasters/notesMaster1.xml" Id="Rbbfcc1f4725547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4b5f899bc248d0" /><Relationship Type="http://schemas.openxmlformats.org/officeDocument/2006/relationships/notesMaster" Target="/ppt/notesMasters/notesMaster1.xml" Id="R7edcf6be585a44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56bf24f6d641d4" /><Relationship Type="http://schemas.openxmlformats.org/officeDocument/2006/relationships/notesMaster" Target="/ppt/notesMasters/notesMaster1.xml" Id="R412bf38efe4d4b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1baf6fe7764ce4" /><Relationship Type="http://schemas.openxmlformats.org/officeDocument/2006/relationships/notesMaster" Target="/ppt/notesMasters/notesMaster1.xml" Id="R7144a41b557c4f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d8cd2652b54798" /><Relationship Type="http://schemas.openxmlformats.org/officeDocument/2006/relationships/notesMaster" Target="/ppt/notesMasters/notesMaster1.xml" Id="Rb066aea99ad34e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cfaeaf0bb41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b98739ba334b57" /><Relationship Type="http://schemas.openxmlformats.org/officeDocument/2006/relationships/slideLayout" Target="/ppt/slideLayouts/slideLayout1.xml" Id="Rd35d219888dd40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5d219888dd40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0ddfbc6474750" /><Relationship Type="http://schemas.openxmlformats.org/officeDocument/2006/relationships/image" Target="/ppt/media/image.png" Id="Rc86a51de86134d95" /><Relationship Type="http://schemas.openxmlformats.org/officeDocument/2006/relationships/notesSlide" Target="/ppt/notesSlides/notesSlide1.xml" Id="R5e74a9830f7648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d3486b64f4720" /><Relationship Type="http://schemas.openxmlformats.org/officeDocument/2006/relationships/image" Target="/ppt/media/image2.png" Id="R9f2d5d249ff640df" /><Relationship Type="http://schemas.openxmlformats.org/officeDocument/2006/relationships/notesSlide" Target="/ppt/notesSlides/notesSlide2.xml" Id="R74a78171f7684e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535b20db74e98" /><Relationship Type="http://schemas.openxmlformats.org/officeDocument/2006/relationships/notesSlide" Target="/ppt/notesSlides/notesSlide3.xml" Id="Rbe85bf4d230b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aafdfdaf441f3" /><Relationship Type="http://schemas.openxmlformats.org/officeDocument/2006/relationships/image" Target="/ppt/media/image3.png" Id="Rca2dcebad0174ef8" /><Relationship Type="http://schemas.openxmlformats.org/officeDocument/2006/relationships/notesSlide" Target="/ppt/notesSlides/notesSlide4.xml" Id="R5ebd88e2e5ab40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9a5c7967d4229" /><Relationship Type="http://schemas.openxmlformats.org/officeDocument/2006/relationships/notesSlide" Target="/ppt/notesSlides/notesSlide5.xml" Id="R3a0d44d9079343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1d64a24f14494" /><Relationship Type="http://schemas.openxmlformats.org/officeDocument/2006/relationships/notesSlide" Target="/ppt/notesSlides/notesSlide6.xml" Id="R73d25543bd4e47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73b896bf942f6" /><Relationship Type="http://schemas.openxmlformats.org/officeDocument/2006/relationships/image" Target="/ppt/media/image4.png" Id="R371f3a3b00614732" /><Relationship Type="http://schemas.openxmlformats.org/officeDocument/2006/relationships/image" Target="/ppt/media/image5.png" Id="R0b4c94f767b141d3" /><Relationship Type="http://schemas.openxmlformats.org/officeDocument/2006/relationships/notesSlide" Target="/ppt/notesSlides/notesSlide7.xml" Id="Rf2984dfda6a34b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b787ddf3a4041" /><Relationship Type="http://schemas.openxmlformats.org/officeDocument/2006/relationships/image" Target="/ppt/media/image6.png" Id="Rd3a013fcb7b6493d" /><Relationship Type="http://schemas.openxmlformats.org/officeDocument/2006/relationships/notesSlide" Target="/ppt/notesSlides/notesSlide8.xml" Id="R84d9aba9d5c744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22ad1070041ba" /><Relationship Type="http://schemas.openxmlformats.org/officeDocument/2006/relationships/image" Target="/ppt/media/image7.png" Id="R0dcccd946b3e474b" /><Relationship Type="http://schemas.openxmlformats.org/officeDocument/2006/relationships/image" Target="/ppt/media/image8.png" Id="R7ddc9390373047a0" /><Relationship Type="http://schemas.openxmlformats.org/officeDocument/2006/relationships/notesSlide" Target="/ppt/notesSlides/notesSlide9.xml" Id="R53c1eefe864e49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c2163bd2143c0" /><Relationship Type="http://schemas.openxmlformats.org/officeDocument/2006/relationships/notesSlide" Target="/ppt/notesSlides/notesSlide10.xml" Id="Rb55d50f73b4947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7e78059654ca6" /><Relationship Type="http://schemas.openxmlformats.org/officeDocument/2006/relationships/image" Target="/ppt/media/image9.png" Id="R6de2a6c659284d36" /><Relationship Type="http://schemas.openxmlformats.org/officeDocument/2006/relationships/notesSlide" Target="/ppt/notesSlides/notesSlide11.xml" Id="R50c82035f5dd48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746ce2fc54302" /><Relationship Type="http://schemas.openxmlformats.org/officeDocument/2006/relationships/image" Target="/ppt/media/image10.png" Id="R8bafca593abb456b" /><Relationship Type="http://schemas.openxmlformats.org/officeDocument/2006/relationships/image" Target="/ppt/media/image11.png" Id="Re1d929a612a64e00" /><Relationship Type="http://schemas.openxmlformats.org/officeDocument/2006/relationships/image" Target="/ppt/media/image12.png" Id="Rd988881088a84a17" /><Relationship Type="http://schemas.openxmlformats.org/officeDocument/2006/relationships/notesSlide" Target="/ppt/notesSlides/notesSlide12.xml" Id="R38e08bdd024f45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45dedd74148ac" /><Relationship Type="http://schemas.openxmlformats.org/officeDocument/2006/relationships/notesSlide" Target="/ppt/notesSlides/notesSlide13.xml" Id="R87240cf5b99545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1e676d9ae44ff" /><Relationship Type="http://schemas.openxmlformats.org/officeDocument/2006/relationships/image" Target="/ppt/media/image13.png" Id="R83fc6489e0fb4a72" /><Relationship Type="http://schemas.openxmlformats.org/officeDocument/2006/relationships/notesSlide" Target="/ppt/notesSlides/notesSlide14.xml" Id="R1a7fb1ac03f04d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3e5ab929e4116" /><Relationship Type="http://schemas.openxmlformats.org/officeDocument/2006/relationships/notesSlide" Target="/ppt/notesSlides/notesSlide15.xml" Id="R3e9e612a9fed41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f2d366965499e" /><Relationship Type="http://schemas.openxmlformats.org/officeDocument/2006/relationships/notesSlide" Target="/ppt/notesSlides/notesSlide16.xml" Id="R0ad6f46e3dc049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7f755640c4748" /><Relationship Type="http://schemas.openxmlformats.org/officeDocument/2006/relationships/image" Target="/ppt/media/image14.png" Id="R14adda5186a8457e" /><Relationship Type="http://schemas.openxmlformats.org/officeDocument/2006/relationships/image" Target="/ppt/media/image15.png" Id="Rea603e7860a54de3" /><Relationship Type="http://schemas.openxmlformats.org/officeDocument/2006/relationships/image" Target="/ppt/media/image16.png" Id="Rac9e8353cb724854" /><Relationship Type="http://schemas.openxmlformats.org/officeDocument/2006/relationships/notesSlide" Target="/ppt/notesSlides/notesSlide17.xml" Id="Re24f3c7d9ba14bf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aed7095e64788" /><Relationship Type="http://schemas.openxmlformats.org/officeDocument/2006/relationships/image" Target="/ppt/media/image17.png" Id="Rfa10d89a6d4b40fc" /><Relationship Type="http://schemas.openxmlformats.org/officeDocument/2006/relationships/image" Target="/ppt/media/image18.png" Id="R985a9d20e47b4473" /><Relationship Type="http://schemas.openxmlformats.org/officeDocument/2006/relationships/notesSlide" Target="/ppt/notesSlides/notesSlide18.xml" Id="Rc5782be3317e466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6fa7a4f8142bb" /><Relationship Type="http://schemas.openxmlformats.org/officeDocument/2006/relationships/notesSlide" Target="/ppt/notesSlides/notesSlide19.xml" Id="R3ccc6a26f81c4a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8ED88-444E-42FD-8D43-4DB9E107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48DD7-2E48-4381-ABB2-D5B04843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EF95F-464D-4609-AB8F-2F4AD888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85810-BF22-47B2-8413-02448C08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619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Coarse-to-fine pixel-art sprite generation via palette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1AAA9-031A-43EF-B192-DFE22493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Rubric-aligned final presentation | COMP547 Deep Unsupervised Learning |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1C5A0-562C-4CCF-93B0-7FB39FBD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3619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a51de86134d95"/>
          <a:stretch xmlns:a="http://schemas.openxmlformats.org/drawingml/2006/main"/>
        </p:blipFill>
        <p:spPr>
          <a:xfrm xmlns:a="http://schemas.openxmlformats.org/drawingml/2006/main">
            <a:off x="7467600" y="980405"/>
            <a:ext cx="3543300" cy="394468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C5922-D9AB-407A-A239-F53016FD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381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EBD98-4439-487F-AA2D-4C4272AF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F6623-EAD8-41E6-9FDF-FED9F43D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1076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73452-9C0C-4BD4-87FF-6F6F8180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1076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35257-9B0E-463B-A03A-245F61C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4A380-1199-481B-A0C9-04C371DB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63823-2EA1-434E-A239-DF3879E3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0052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16+alpha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1A36D-58F6-41F4-B193-FEFCF503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3390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palette-token vocab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54B58-7CBA-45E5-866B-B60B2DC7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E21D7-F7AC-4B6C-8719-B9D89270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29204-432D-45FF-AFC3-B1B17CDA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0052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8B9FD-569C-461F-A39A-8BE1BCAA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3390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best sprite-feature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AC6BF-4848-4BC1-95E4-24AEB757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Thesis: generate transparent pixel-art sprites directly in discrete palette-index space, then evaluate honestly with baselines, ablations, and memorization audit.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2BE02-BED7-4AA5-BA4F-49037D34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13854-075A-41AF-B91A-3A46949A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15C55C-C390-4558-A762-B76BFE8D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1/14 main</a:t>
            </a:r>
          </a:p>
        </p:txBody>
      </p:sp>
    </p:spTree>
    <p:extLst>
      <p:ext uri="{BB962C8B-B14F-4D97-AF65-F5344CB8AC3E}">
        <p14:creationId xmlns:p14="http://schemas.microsoft.com/office/powerpoint/2010/main" val="1909358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E51A6-318D-4371-B72D-3247F8F5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EC79E-8E84-4B8D-BA93-9D58D116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BB5283DD-0C57-42BA-A28B-9735E832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B8A21463-31B9-4199-9F4D-6D421235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PROBLEM + 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AAC57-36B2-4E6E-AFC7-59BE1858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 art is not just low-resolution RGB.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00DC3-F742-4D7C-BFD5-5EE03094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467BB-0FA6-4731-8957-3400495A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problem statement and motivation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1E213-AA35-42C4-984B-764761E1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2/14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DDBEB-7C1A-4154-BCD4-20D4840B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A3557-5B22-4611-8879-28BF3427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5EE9C-107B-4619-8B07-127E4C57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F058F-EB31-4AAA-830C-69D8A9A6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Game sprites are labor-intensive assets. A usable generator should produce compact transparent characters, not just pretty pixel-ish pictures.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4BBFA-A71D-4F5B-90DF-3A9C1E82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9E5C7-D8C6-4885-AF5B-3EB0A02D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1960D-DA96-4B1C-BBFE-FA02F94C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is hard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B19AB-0EAA-4E92-AF6D-0E040DCE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Every pixel is visible. Small palette changes, anti-aliasing, noisy backgrounds, or broken silhouettes can make an output unusable.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9B5FE-10E7-48D8-A94B-5DCC78ED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79421-0ABE-4645-866D-EF43E523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6FDF0-8846-4645-B558-2329CF4B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Our framing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D36FC-691C-4E80-B5C7-83C61F2D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Instead of generating continuous RGB and quantizing later, PixelVAR learns to generate palette-index tokens directly.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A0928-9FA9-44C2-9223-7456CBE8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d5d249ff640df"/>
          <a:srcRect xmlns:a="http://schemas.openxmlformats.org/drawingml/2006/main" l="0" t="18639" r="0" b="18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4038600"/>
            <a:ext cx="2209800" cy="15430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54B0B-78D6-4CD9-B0DE-386A7721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7BE0E9-1943-4535-8660-D6C9C71A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background is part of the object, not cleanup.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CE9AEB-AA3E-49CE-ACC2-40EABA8F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C49F4-0E9C-4932-8A03-AE485C8A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 should be native to generation, not a post-hoc repair.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0C3539-FFF1-4272-89EF-53D17649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33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0AB43D-08BB-4DE3-8B38-32E0DF80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577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 single misplaced pixel can break outlines or pose readability.</a:t>
            </a:r>
          </a:p>
        </p:txBody>
      </p:sp>
    </p:spTree>
    <p:extLst>
      <p:ext uri="{BB962C8B-B14F-4D97-AF65-F5344CB8AC3E}">
        <p14:creationId xmlns:p14="http://schemas.microsoft.com/office/powerpoint/2010/main" val="13467884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F0BB84-BA96-4F67-8729-06163306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80807-DB4B-484D-87CA-B477BBB1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CFCC493A-B72E-42B6-AFFB-D0DD905E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01DBF49C-B701-4BD8-B155-F41B8995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RELATED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3BFCD-606C-4A62-A477-8F20BE0A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sits between pixel-art-specific generators and hierarchical image-token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C052A-1AE8-4910-820D-7F9B1590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552C4-74F8-4742-95DA-2EDFEA3F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related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5B3B2-F973-4D15-993E-AFD74B03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3/14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4A9AB-E7DD-4BC5-837A-7D5348AA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68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7BDDC-7CC2-4F4D-B094-E0135629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04A30-7649-4997-876F-4FB2BC16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Representative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63643-AC3B-4087-AF41-EA67632B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38300"/>
            <a:ext cx="3057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What it contributes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14FBC-555B-4725-A4C7-ACA2A81A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638300"/>
            <a:ext cx="3724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Gap for this project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78CEE-74D9-47ED-A043-E8DF7574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E09C7-4C67-4D0E-AABB-A7A11677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Pixel-art GANs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743C7-FD74-42FE-8CBA-0B52DDA6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6215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Coutinho &amp; Chaimowicz; MDIGAN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86577-05FD-49DD-AD7C-DEDEFF7E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62150"/>
            <a:ext cx="3057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Character sprite generation / pose imputation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AD62A-F9E2-4559-B88F-D1449784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962150"/>
            <a:ext cx="37242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Often conditional or paired-pose, not unconditional sampling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2726E-26FE-41FE-AC81-F480FA9F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F2FDD-25F9-475E-A81F-2301959B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4E2DE-4E93-4A21-9C66-85B098C6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 diffusion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DE921-1A53-446C-9203-7BAEAC60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0510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SD-piXL; PixDiff-PIG; SDXL LoRAs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9CC9F0-A40B-4525-8878-EDEE36CA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05100"/>
            <a:ext cx="3057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Low-res or pixel-art-like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11928-74B4-4E91-86BC-37CFFC67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05100"/>
            <a:ext cx="37242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Often continuous/image-first or prompt-conditioned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6C1FEF-ED63-45DD-AD01-1D4E30A3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D04F64-6BDA-45AD-AEE4-8BCF082F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Discrete image tokens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5FA48-3459-496F-AFA9-0148F29E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4805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 VQ-VAE; VQ-style tokenizers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362F0B-EF4A-442B-96DE-8364367C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48050"/>
            <a:ext cx="3057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Pixel-art representation learning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FE8614-4F6B-4282-94E8-F06E7EC4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48050"/>
            <a:ext cx="37242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Tokenizer quality and generation prior remain hard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09B410-8F34-4914-BEFB-4FA6C054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434BD4-DC9C-477B-ADA9-1E8CEB14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D1FC1A-B85F-4F36-91E3-CB352CC6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Hierarchical 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CDA1D8-ECA9-400B-B723-08E93EDC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9100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VAR, M-VAR, HMAR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E449B3-CE74-4449-9950-E61634C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91000"/>
            <a:ext cx="3057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Coarse-to-fine image-token generation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364E25-8A40-470E-87D0-E3BCFA10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91000"/>
            <a:ext cx="37242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Mostly high-res natural images with large codebooks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1F2540-0C94-4A1C-926F-A30BEEC9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FB01EA-4E92-488E-81A9-91C1E1F1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39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token baselines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8038CA-73FE-4A01-81CD-98D913F4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33950"/>
            <a:ext cx="1962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Raster AR, MaskGIT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AADF99-A4C7-4866-A18C-730DC783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33950"/>
            <a:ext cx="3057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Simple sequence or masked final-grid decoding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6B7ABB-46FE-42FE-8B4D-84F43F4E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933950"/>
            <a:ext cx="37242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Good contrast to hierarchy; can memorize or fail coverage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20C1A5-2C49-489F-95B7-828D4F5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novelty in our project context: applying next-scale prediction to tiny, transparent, palette-constrained sprites and auditing it against close baselines.</a:t>
            </a:r>
          </a:p>
        </p:txBody>
      </p:sp>
    </p:spTree>
    <p:extLst>
      <p:ext uri="{BB962C8B-B14F-4D97-AF65-F5344CB8AC3E}">
        <p14:creationId xmlns:p14="http://schemas.microsoft.com/office/powerpoint/2010/main" val="17615890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558899-7A23-458B-9658-1F0156A2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B0180-BCE4-40F0-A07F-E818E915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121F4884-2D1D-4EE0-8B49-D4DC26F4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6EE46FBA-F0B1-4CD4-87CF-C8CD2E50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GOAL AND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7FB6A-5B2E-49EE-A020-BB1987C2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proposal target was a 32x32 palette-token generator plus HMAR and baseline comparisons.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840A4-DBAB-45D7-BEE3-6CDC3FF3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7D267-9106-4347-9B1A-36D6062F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methodology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D28D4-CA37-4ABE-84F5-5397A172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4/14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37713-8638-4F51-A212-25A58D14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723900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F33A4-9BA2-4277-8DE6-26298689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57B57-493D-4501-9D9A-E1C1044A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764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Final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1F4D7-389F-4988-8850-2EBDFB07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764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3C534-4F22-4429-9087-05D18901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B2C32-7EF0-4061-BEBB-7B7A429F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Dataset curation + 32x32 preprocessing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481C5-3ECA-4007-A64D-26E3CE08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1476D-57D0-40B1-AB41-6FC80562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MSD replacement, Pokemon path, OpenGameArt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80EC0-5524-4632-8F72-002A72A3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8EC3C-92E1-4EFE-9149-EBF159F4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F9A8A-0781-46ED-B703-B0901506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Palette-index generation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E92FB-300F-4811-AAD1-EA0EE062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4475C-273A-431C-B9CE-0E8BCB6B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9080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token 0 + palette tokens 1..16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9C8B3-D5A7-461A-9EE9-38810308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39DB86-223A-46E5-91D3-9713630F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Option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37C5B-3860-4E02-A83A-EAEC3A87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813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78765E-ABC8-48FE-AE73-D34BC792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checkpoint: var_sprites_v0_full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21242D-2F85-4505-A532-4DC8B49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40D82-79A2-4DE8-AEF6-6D20BA21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088A3E-22F1-4D5E-AEC6-DE184429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Option 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75AFCE-66D4-4332-A0B8-B2F5983C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719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7847A3-6111-48D9-9BB2-D366C592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7190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1/2/4/8 refinement-step ablation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6FC582-61E5-45CF-9C39-4B4AE0E3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16A6CE-3105-48C5-A623-2046CB2E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Baselines +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9CBFAE-1DC3-477B-A3FC-AF258E95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624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D55E3A-CE2D-443E-83F8-6C1C9D5C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6245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AR, MaskGIT, FID/KID/PRDC/MS-SSIM, external baselines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12E083-8AB3-437F-9A03-C58540B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7F69C3-0B55-4BB5-BCDF-F60BC701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39E73B-13EB-465C-9E8A-322D36C1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VQ-VAE, user study, 64x64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25FD91-AE8E-4DF9-9AB2-6A48B9A9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530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 / FUTURE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A640A4-44B6-4C23-905E-8A7C66F4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Disclosed as limitations/future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C04A74-84E3-4065-B265-3BABC698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476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dcebad0174ef8"/>
          <a:stretch xmlns:a="http://schemas.openxmlformats.org/drawingml/2006/main"/>
        </p:blipFill>
        <p:spPr>
          <a:xfrm xmlns:a="http://schemas.openxmlformats.org/drawingml/2006/main">
            <a:off x="8706876" y="1657350"/>
            <a:ext cx="2017249" cy="36385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4FA62E-34A8-47C7-8C14-055E62E5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deck is intentionally audit-adjusted: we do not claim broad SOTA, and we do not hide failed or incomplete proposal items.</a:t>
            </a:r>
          </a:p>
        </p:txBody>
      </p:sp>
    </p:spTree>
    <p:extLst>
      <p:ext uri="{BB962C8B-B14F-4D97-AF65-F5344CB8AC3E}">
        <p14:creationId xmlns:p14="http://schemas.microsoft.com/office/powerpoint/2010/main" val="6189187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F8C312-0A25-4FB0-9368-1BFAA6B5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D7C44-07C2-436D-BD14-1ADC829A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ACCAC87D-A073-45C0-B216-7CD7F0B4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0022E920-78C6-43C2-98CA-7FB228D1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FE424-AB75-4E91-AB20-A7ECED20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Evaluation uses a fixed 32x32 sprite protocol, grouped splits, and multiple metrics.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D094C-CDB6-4048-B454-A491325E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4F38F-28C1-4204-98FB-727B907F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experimental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2F4AB-F823-4110-BE43-B449796B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5/14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6A2F4-1D0D-4897-A782-C87742FA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93651-C923-45E9-B732-1CBCEB8A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97696-4447-4108-A29C-82CF6C4F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049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93,312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BB5D0-87EE-444E-96C9-DCA80CAA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MSD replacement sprites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3971B-D975-487C-AD8F-5C05598C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930CE-89FD-4297-9681-8F87D9E2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D284A-F9CD-4697-BF58-3AB98A40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74,664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A2D3A-0F02-4D25-9775-2F803CF2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BB57F-AA1E-4940-87A9-539E0F35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677F3-35C6-4409-8C1E-5B998B08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65D43B-DFF4-414F-8C4E-252D6DF9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9,360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AC7A85-7E82-43CB-9A1B-E7905C54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67A5B-967E-4F89-8273-B3DA3D39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86C3F8-3CFA-4674-B7AE-9F745839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C2ACF-00E9-4054-B5FD-8A5855C6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9,288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43CA7B-14FE-41F7-A8D2-EAE31EBD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73745E-E73E-4A32-A863-34EB3DD6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00B225-6823-49F5-9816-6CEA5120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428B4-8A85-462B-8611-EAFFC77B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 protocol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958262-8704-488B-9082-AA92B627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All main outputs are 32x32 transparent RGBA sprites decoded from palette-token maps. Splits are grouped by character attributes to reduce leakage.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EA3775-5073-47A5-9BB3-B449F6B1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46E5CA-0A17-4D34-82A1-329FB303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C2ADBA-73C7-4F5E-A8DD-62D46623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5F0837-8465-4935-BBFD-8FBCED89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Sprite-feature score, palette consistency, opaque ratio, edge density, FID, KID, precision/recall, density/coverage, MS-SSIM, exact-match audit.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1FB9F7-6A81-4540-BFEE-7D09355D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6B9E11-BAFB-4FEC-8B4F-F2E69A91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7F8DB8-49C6-467C-813F-4E14FA6F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4AD032-339F-47CC-B49B-D13FA11E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HMAR, generated/mixed data, Patch-VQ, Flat AR, Flat MaskGIT, SD-piXL, SSD-1B practical diffusion, Pokemon sprite LoRA.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647CA8-84F1-4C76-9679-4DFC257C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Important: Inception metrics are reported, but not trusted alone for 32x32 pixel art. The memorization audit is part of the evaluation, not an afterthought.</a:t>
            </a:r>
          </a:p>
        </p:txBody>
      </p:sp>
    </p:spTree>
    <p:extLst>
      <p:ext uri="{BB962C8B-B14F-4D97-AF65-F5344CB8AC3E}">
        <p14:creationId xmlns:p14="http://schemas.microsoft.com/office/powerpoint/2010/main" val="1337332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61EE34-223A-4C99-95C0-030231BC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1ADF3-0CC1-424B-BB29-AF0AB269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BCDAB740-9239-4783-8ECE-3E10CAAE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197C287B-A5EB-4061-AE02-B5A9B5CF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C2897-6F7C-401F-90C9-DED3EA53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generates a six-scale palette-token pyramid from coarse silhouette to final sprite.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BE287-51CB-4856-8126-A386C6D6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0B700-3A19-4145-9CA0-6743B442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methodology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01784-0002-40A3-839A-C4402B08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6/14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8DB56-B1AD-4E9A-9191-21C24A1E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1x1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1F493-FE1E-4B0B-A333-183059F4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0E641-726F-4B43-A8FF-7CDE73DE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88908-3D4B-48CD-B850-1C6A6C68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859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B6026-09EB-4ADD-B5D1-C3C45952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23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2x2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94489-4CB1-4503-AF87-1BF00842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042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86DBB-F7B5-4692-8F13-4613BF22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0425"/>
            <a:ext cx="1138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97538-395B-48EE-A2B4-22D8A8F0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28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BA6DE-8F32-4973-9D38-2F360CD8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92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4x4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8C0A1-10DD-47A1-8C3F-CE31352F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730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2AD57-6504-4900-AFCF-D8474444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7300"/>
            <a:ext cx="4554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B885A-F5F3-43AB-9F68-93378F26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96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EA8C3-7115-4DAE-A4B7-BE7ADA12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8x8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F95C6-25FF-41A9-9A21-109089DF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EA875-ED16-41CD-97BF-68CECA0B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18216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23DEE4-FD20-4BE3-91C4-9841A0EC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53ADB3-6266-4E30-ADA1-92420DDD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29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16x16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F00C8-9690-4569-8E57-29DD6BE1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1050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F3F008-C680-46EF-B329-C37386F5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1050"/>
            <a:ext cx="7286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383066-2371-4645-BBBA-7A89FDB5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34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FA3EB0-813E-4C3A-A60F-9A48DCA8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9825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610A78-536B-46A7-AED3-B593A91F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792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1F85F6-4303-4711-ACD8-70B32C12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7925"/>
            <a:ext cx="2914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31A5DD-82F5-4216-8AC6-33DA8F7E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703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1024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642D5E-3763-431D-AC14-BEF37D36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95450"/>
            <a:ext cx="5334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061F19-E321-4083-BE29-D495D862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Model 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B9C080-DA5F-4F37-A8DB-2519D638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716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Generation rule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ADE184-6622-467C-B266-6579CAFF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716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B58EE5-AA2C-4FF3-BB59-AF8BD93E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193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D3CE3A-2D71-4F34-93D2-3463A400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0A2E9F-07B1-455B-AA29-386B57AA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Predict each next scale conditioned on coarser scales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C72653-4BD6-49EC-A9E3-F80CCD82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17D348-ECFB-41B2-A065-F6FF0521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24FD23-3602-437E-8752-5F7B07B9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28900"/>
            <a:ext cx="533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040706-9D7F-4195-883F-F4873B89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B6E33F-8194-468A-8A8A-602393AF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Mask/refine tokens within each scale for T steps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65152A-D297-41F6-97F8-9A813220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051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proposal Option 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54451C-91C0-478C-9697-03A733BC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23720C-F06F-42E0-B564-5A491B09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1470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EB0BF7-5EFD-4340-99C3-105D9263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147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Raster-scan final 32x32 grid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92BDF6-216B-4A19-A1FC-CACAB8A4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147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simple baseline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E83D08-EB04-40CA-AF82-01E26CCE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BE1584-E5D0-4EC2-A7C9-579168A8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533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81434E-9972-4A78-B39F-4F688937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2430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C882E7-75BD-4280-9657-15E11E73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final-grid parallel decoding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8A7F4C-D0C6-4995-B24C-96DF456E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243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baseline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A75CA7-6BA7-45C9-88C5-ED0D505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Total sequence length is 1,365 tokens. The final 32x32 map is both the last scale and the training target for visible sprite detail.</a:t>
            </a:r>
          </a:p>
        </p:txBody>
      </p:sp>
    </p:spTree>
    <p:extLst>
      <p:ext uri="{BB962C8B-B14F-4D97-AF65-F5344CB8AC3E}">
        <p14:creationId xmlns:p14="http://schemas.microsoft.com/office/powerpoint/2010/main" val="8440133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05E68D-5D65-4434-8217-C0FDAB10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00038-857C-4F5A-8A45-957653CF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051E71EC-728B-4E38-A509-631C1AF2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26913A09-BE2A-4782-9285-6BF55621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150EA-2A88-4C94-BB8B-43E7346B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selected PixelVAR checkpoint produces compact, palette-safe 32x32 sprites.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1FE77-DA11-4C75-B476-207086AD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3E89C-D7C6-4901-9BB4-43FEE90E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experimental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F4E23-AEB2-4073-B62C-5271C16F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7/14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8727A-7FBA-48CD-91A8-A2225E93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f3a3b00614732"/>
          <a:stretch xmlns:a="http://schemas.openxmlformats.org/drawingml/2006/main"/>
        </p:blipFill>
        <p:spPr>
          <a:xfrm xmlns:a="http://schemas.openxmlformats.org/drawingml/2006/main">
            <a:off x="714676" y="1504950"/>
            <a:ext cx="4209448" cy="4686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1A321-2CAB-47EA-BF87-C2094E00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85900"/>
            <a:ext cx="5334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c94f767b141d3"/>
          <a:stretch xmlns:a="http://schemas.openxmlformats.org/drawingml/2006/main"/>
        </p:blipFill>
        <p:spPr>
          <a:xfrm xmlns:a="http://schemas.openxmlformats.org/drawingml/2006/main">
            <a:off x="6500813" y="1524000"/>
            <a:ext cx="3838575" cy="2362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5634B-5D30-43C9-8DE4-4A16FEEF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D09DA-FBFB-4965-AF33-271D6740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348F6-1DB1-4D15-BAEE-9110A98B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00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3FFDD-2D5A-47FC-9017-824DCD69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44429-2EB9-4167-8F7F-A8755ACF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1409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lower is better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6A07D-E7E7-4E73-BEDB-2B9DCBEB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74E11-2971-48BC-9937-2AB4D590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5DE37-192E-4A85-8033-FC56046E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00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E3325-2A4B-47C8-ABC6-3AC6918E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palette consistency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5BE3E-5666-4F59-877F-36EB6CA8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1409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expected from 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FBF2E-C0EF-43DB-82CE-408E8E01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F5474-95ED-49B9-9902-B67A5536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CA1D7A-548F-448C-8BA0-F1072085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1007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ABFF56-768B-4010-99F9-11AC5859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4345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edge density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A8EC1-E6F6-48F2-B561-287BDC88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95850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real val 0.1811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611F10-D4E5-416C-B706-B797C06C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292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sampling: temperature=0.8, top_k=8. Palette consistency is important, but it is expected from the discrete representation, so we do not oversell it.</a:t>
            </a:r>
          </a:p>
        </p:txBody>
      </p:sp>
    </p:spTree>
    <p:extLst>
      <p:ext uri="{BB962C8B-B14F-4D97-AF65-F5344CB8AC3E}">
        <p14:creationId xmlns:p14="http://schemas.microsoft.com/office/powerpoint/2010/main" val="13105999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5A5F7-6550-48F1-BD6E-1FC76F2C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0CC0A-4B25-427E-939E-0B583C5D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2705656A-FA9F-4D9A-87C2-DB8DF781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0F58915F-B06A-447C-8C82-CEF58414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ABLATIONS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A344A-557F-492E-9A6B-B2DD0C10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HMAR was close, but the main real-only PixelVAR branch stayed strongest on the sprite-feature evaluator.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5499D-C93B-4F68-BFA9-AA093840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AB5C9-310E-4CC4-80F9-15ECE174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ablation 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7683F-E05C-4655-BBD0-69D69027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8/14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B75A0-A6EB-4862-A144-993D42D0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619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013fcb7b6493d"/>
          <a:stretch xmlns:a="http://schemas.openxmlformats.org/drawingml/2006/main"/>
        </p:blipFill>
        <p:spPr>
          <a:xfrm xmlns:a="http://schemas.openxmlformats.org/drawingml/2006/main">
            <a:off x="650264" y="1524000"/>
            <a:ext cx="5462221" cy="27051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92DC0-9E79-431A-A2EB-E88A4175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C7F23-61A1-4EC4-8B1D-20078FAC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52869-7749-451E-8118-7FF7108B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41903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AA45E-3D6E-473A-AA4D-B6A98F4E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049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D0C73-3102-427F-B8FB-1105ED9C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14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065DE-D368-4DFC-95A1-8DF2E83A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97822-61B5-472E-96CD-1C795D89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5387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83D88-E7BF-4076-AF58-82D970DF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050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91DE4-C098-420F-9FF4-A1AB90A7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14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6F7F3-5A2C-4B8F-AADB-BF39FB05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791DE6-43DC-4697-8581-23BD8A55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10661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7B828-A8B5-499F-A5BE-F1F004CB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050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0.00374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DFD3D-8892-4E5E-ABAE-8DC2791E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F1A950-BD39-466D-A143-70AD594C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B1A0CE-97A4-4AFC-87BE-F0E7F961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043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F2C74-35EB-438E-A679-0C0D5554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05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0.00366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B74EF1-A7D3-485F-B2E4-EEF5654C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FF23B4-33FE-4D6C-BFB2-90A6B14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B9A52-77DD-49F6-8920-6BC1B0D5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D7CE94-8365-4AEC-A991-2758C62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3051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0.00822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3D6214-6D31-4885-AD7E-7727B62D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4572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AE308E-EF21-4D20-B94A-B7BCAFA8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6F3D86-AA88-48D3-8C23-A8085990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7EAF60-16E3-48CE-A8DC-726ED387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8C2D58-3D00-4EEE-A53E-AC040C0F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Generated/mixed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BA9339-FA36-4E77-A6ED-4DC2DEC3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larger data did not improve real-validation score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B1D28C-AC98-43E3-A334-D6C2EF48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234CF3-36DF-4B78-B705-73164152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35F5CE-8728-4670-8160-99F8DFE5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mixed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3F35EA-CCF7-4555-AE86-3DD592C9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pipeline useful, distribution mismatch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CD12C1-221E-43E7-84F0-308D6EA9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673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7D8E87-5CDD-45D3-B54E-881A16F6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435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24A030-DB96-4993-BA83-8882F060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4355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learned-token path worked but was blockier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D67B4C-8231-4E00-98B0-925AFBDF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lesson: more refinement and more data were not automatically better in this low-resolution palette-token regime.</a:t>
            </a:r>
          </a:p>
        </p:txBody>
      </p:sp>
    </p:spTree>
    <p:extLst>
      <p:ext uri="{BB962C8B-B14F-4D97-AF65-F5344CB8AC3E}">
        <p14:creationId xmlns:p14="http://schemas.microsoft.com/office/powerpoint/2010/main" val="6899158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0AF706-32E2-4A6C-8FF8-21581FAF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4E7DF-6226-4DF6-AACA-932238E7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C9B8ACE9-1D61-48FD-8EA2-1C4CD499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E9A3E939-C0A9-445A-A15F-FC2D573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METRICS +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4305C-009B-47E9-B881-142D0DB1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Raw FID would pick Flat AR; the exact-match audit changes the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874DA-8444-42E5-A138-FD57E854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2155F-0D79-48D0-84FA-57AD62C9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quantitative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7E8F8-BC61-4C44-96E0-3A990286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9/14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F32AB-2D0C-4733-A8A0-E4A91BDF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47625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ccd946b3e474b"/>
          <a:stretch xmlns:a="http://schemas.openxmlformats.org/drawingml/2006/main"/>
        </p:blipFill>
        <p:spPr>
          <a:xfrm xmlns:a="http://schemas.openxmlformats.org/drawingml/2006/main">
            <a:off x="635397" y="1504950"/>
            <a:ext cx="4520406" cy="2552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49E00-490C-4C60-8E31-E00D3250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4953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c9390373047a0"/>
          <a:stretch xmlns:a="http://schemas.openxmlformats.org/drawingml/2006/main"/>
        </p:blipFill>
        <p:spPr>
          <a:xfrm xmlns:a="http://schemas.openxmlformats.org/drawingml/2006/main">
            <a:off x="6084570" y="1504950"/>
            <a:ext cx="4594860" cy="2552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B347B-F56B-4AD0-94CE-33EBF713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00550"/>
            <a:ext cx="857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6664D-5022-46AF-B951-3A89B9CA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767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C2889-CFEE-4003-B4DC-20781DD6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767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BDCEB-4FD3-468B-8612-7524F5E9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Val exact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F8FF3-55E9-459D-A5D5-88219116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767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Test exact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F6308-C057-4626-B2BB-602CAE8A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3581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Audit-adjusted 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5507A-FE7A-434A-A9C2-01350890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244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DB736-12EA-4267-BFCC-ABC788CD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0060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9A038-DC32-46E6-B229-09135314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0060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CC554-73F9-45C2-B0C2-FD0CF6A8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365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F6A06-D576-4B48-8C1B-A7C5B738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006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B600A7-82A8-4B91-BCE5-DD86C9C9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0060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memorizing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3452BD-5B6A-4E1E-828A-FDACF45A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6C548-51A7-4887-AB7D-91D6D619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33C157-53F2-4250-9332-51D3298F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42B0F7-DFA2-4B64-8A06-FCCD52C9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2445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85552F-AC30-4B60-86BB-DDC95339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244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83C572-7EDC-4D27-9B30-134EEAF9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244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26DF74-A299-400A-9C8B-E171F437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2445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keep, disclose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DA1ED6-9D0C-47E2-B236-AA79C846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721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41313C-B87B-4B7C-9078-4175F94F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4830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EF21E8-519C-4652-9A12-4F071BEA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4830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455BBF-0A23-4711-83EE-8FE6740E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483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9A7485-5017-49D8-8765-C6501E68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483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FD466A-08E6-47AB-9CD7-D18F7E04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4830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keep, main result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3D9769-EB58-431E-BEBB-DDE932DB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F12D7C-AFC5-4862-8FE4-A393F0B2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CDD09E-59EC-408A-9287-1F5D05F5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7215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1F09ED-82AE-4719-B536-19530EBE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77215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203A1B-9948-4D34-8F52-E22C06AC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721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F8D311-3611-422E-9BCC-B99B1A9B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721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28B98D-6048-4292-92CC-8806B278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7215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weak coverage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74ADC1-A9C6-4B8A-B605-110BED02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6265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dataset had zero cross-split exact duplicate hashes, so held-out exact matches are not explained by simple split leakage.</a:t>
            </a:r>
          </a:p>
        </p:txBody>
      </p:sp>
    </p:spTree>
    <p:extLst>
      <p:ext uri="{BB962C8B-B14F-4D97-AF65-F5344CB8AC3E}">
        <p14:creationId xmlns:p14="http://schemas.microsoft.com/office/powerpoint/2010/main" val="20524716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96B363-DE95-479E-8A19-80D6675A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03CAE-77BB-43AA-9D06-D7F6F192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F7DF7E55-F421-4B41-BD07-8EECF5BA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F478BA0C-32C4-44C4-B5DE-5DB8E190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1F3F8-848B-4DC5-877A-113D862A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External diffusion-style generators did not beat PixelVAR under the normalized 32x32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FCF6F-7C6C-4545-A58F-99FFB5F8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171D8-6EB5-4D0A-BCBF-DB8CBD9C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baseline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C97A7-F9CD-4733-A800-47FB6951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10/14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D1C8C-74DB-42D1-8A32-631E1BD8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256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E95A4-7681-4F34-8118-31B61C91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3355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E8159-FBEE-4DFA-9F52-4D54049D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33550"/>
            <a:ext cx="21526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D8465-565B-4244-BA4B-5ACE0FCF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859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46.5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B0D76-8830-4430-8785-B658FE7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0738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76B03-934E-423F-8BD1-58698201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28838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AB24F-C38B-4435-802B-FE8620F3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28838"/>
            <a:ext cx="71326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26584-7B0D-4645-8BB6-685046A6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81213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154.0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1DAF9-14E3-4CD9-8C5A-814CC4AB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256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D1EC4A-5B50-40B8-8EAF-90C90A45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24125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5D501-0C31-4674-9583-0BE7CE5C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24125"/>
            <a:ext cx="73443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F4AE8-220F-4664-8FFF-C6F1A223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158.6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CDAB0-C67F-4D6E-99B9-CFD58034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1313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BC79D-77B3-4930-B0B3-43636F26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19413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31231-5AA3-4898-A4D9-B419E990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19413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C8B3E-B523-4978-BB02-45D6B571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1788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497.7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D95B5-1B16-4160-BF16-4DDA3B22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256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FD0804-6AB0-4C5E-8C08-4884FEB7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8145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078009-121A-4456-A5F1-453074DC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81450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1F5694-224D-4238-B650-B3BB09E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33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0.891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764FDF-D1F2-4CFE-BBB3-3C8240B2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1013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256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D32346-3A0C-442C-B15B-238FB5A3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29113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2E417B-C21E-4199-9A6C-0BC584F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29113"/>
            <a:ext cx="13148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212FF3-C3C5-449A-B8EF-8EFCD079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81488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0.051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D99AF6-C743-445C-BA05-B4644BB1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256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136DB4-1573-40A6-8338-4A8F9ECE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76775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100C22-2D7D-42F8-AE1B-535D1868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76775"/>
            <a:ext cx="911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A1640D-8350-4103-9AF7-F7E1D418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291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0.035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C79854-4E93-4902-AEE8-F8E15784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6338"/>
            <a:ext cx="1657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DD352F-8EDB-45C0-9434-CD3553DF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24438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9CD232-4B8C-4363-B2E6-3FE53A24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24438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79E213-EBAE-4CFD-916C-3E4ECE02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6813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11F093-AC7E-49FD-A7EA-E1EADE6B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5143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60213C-1390-495E-AA02-BE9D05DE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288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C27C5F-D284-4F1C-A1DF-5010CFF7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288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included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2E8CBE-13B4-4A5F-96A3-E697285C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288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826305-66CF-4733-95F5-9DF89D56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764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682DB5-3595-4ADA-9ADB-F1B43BDA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5265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AE1BCF-F885-4A11-8781-D0DFFA9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526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most targeted low-res palette method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2F648E-E9F6-4968-8D81-70FE6949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52650"/>
            <a:ext cx="1581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valid attempt, poor adapted run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CA5588-26BF-4965-A46C-DF68D098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C77F37-9A3A-4383-9B1A-1936C118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514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D80BBA-6956-433F-814D-1166B322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3845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A81F53-1E69-4A1C-9284-6442EE2A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384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generic practical diffusion baseline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2D2173-67E1-4DE6-BBBB-B086FEC2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38450"/>
            <a:ext cx="1581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recognizable sometimes; low precision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EBCF86-1F03-4B9A-95B0-7BF3E032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480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F4F318-41B9-4F36-B5C6-01D67390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327123-A03F-4EFB-99D2-4594E47D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accessible sprite-specific practical generator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2D5586-EABC-448A-83D0-E232CAD5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524250"/>
            <a:ext cx="1581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external visual, still far behind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33ECD8-C6C4-4E51-B0CC-624C474E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38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D31ABA-613B-47D7-B03D-8575B3F6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3850"/>
            <a:ext cx="514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0A5E79-3816-4068-9161-695DB500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1005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MDIGAN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8F52BF-EDF0-436D-8669-87740B14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100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related sprite work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0C674D2-558F-4D24-B804-FF8C4F42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10050"/>
            <a:ext cx="1581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pose task; cited only</a:t>
            </a:r>
          </a:p>
        </p:txBody>
      </p:sp>
    </p:spTree>
    <p:extLst>
      <p:ext uri="{BB962C8B-B14F-4D97-AF65-F5344CB8AC3E}">
        <p14:creationId xmlns:p14="http://schemas.microsoft.com/office/powerpoint/2010/main" val="16228314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99FE75-C018-4400-88E6-F20224E4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49AE4-C370-4957-896A-2BCD12BA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C8DDD5C3-9DCA-4177-951E-C9D4BD84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524EC874-311A-4947-BD7B-73044FBE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QUALITATIVE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8ECB3-9C96-42ED-97EA-ECD8513F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Samples support the metrics, but the deck keeps qualitative claims modest.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74317-C9FB-4097-B1AA-90AB2E64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94179-9CF1-4BA6-8314-B8B56678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qualitative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D20DC-78D2-4426-B31C-B38ADD67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11/14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6D585-700A-4BFB-AFF7-C23B0918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11144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2a6c659284d36"/>
          <a:stretch xmlns:a="http://schemas.openxmlformats.org/drawingml/2006/main"/>
        </p:blipFill>
        <p:spPr>
          <a:xfrm xmlns:a="http://schemas.openxmlformats.org/drawingml/2006/main">
            <a:off x="676194" y="1466850"/>
            <a:ext cx="10782462" cy="30670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A2E2B-4D2A-472E-B001-6FE2040F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B94F8-A9CC-4B15-8D86-B37A4D8C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and HMAR produce coherent transparent character sprites.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402F18-2801-4175-81F7-D065FC69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EA1E6-84FA-427E-9760-02B2E69C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 looks visually strong, but exact-match counts make it a memorizing baseline.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EAAD8-C08A-497F-AF52-4E6BA68A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DEED5-960A-4FE2-BBA9-5F3D468B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diffusion baselines often create frames, fragments, lineups, or style-mismatched sprites.</a:t>
            </a:r>
          </a:p>
        </p:txBody>
      </p:sp>
    </p:spTree>
    <p:extLst>
      <p:ext uri="{BB962C8B-B14F-4D97-AF65-F5344CB8AC3E}">
        <p14:creationId xmlns:p14="http://schemas.microsoft.com/office/powerpoint/2010/main" val="7665675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248CC1-AFEF-4EA3-8B88-E93AE886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58466-3A12-4C4D-AB14-C9D66ED0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B64C97D7-DE4C-4A75-81C6-594FA251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5D835B59-34E9-482C-9FEF-28A78FBB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SCALE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54D7E-BCA5-4B23-A4A8-CC01A5D6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A 170K generation pass shows the sampler remained stable at proposal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B802F-DB30-43D5-B727-706A530D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83D72-472E-457F-8D8A-F0F0DC31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experimental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BC689-07A1-4829-B375-EC759467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12/14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13DF9-6854-4650-B2B0-77838536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fca593abb456b"/>
          <a:stretch xmlns:a="http://schemas.openxmlformats.org/drawingml/2006/main"/>
        </p:blipFill>
        <p:spPr>
          <a:xfrm xmlns:a="http://schemas.openxmlformats.org/drawingml/2006/main">
            <a:off x="823546" y="1504950"/>
            <a:ext cx="4010758" cy="30670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68F3E-0AAD-42E4-95F3-7FE015FA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00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1D051-2075-4191-8F6A-99BA57AD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40816-4FC2-4CFE-B0E5-C26DEA26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049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170,000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C2134-017F-43D6-A7F8-6EF633C3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383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generated samples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F338B-82E1-4ED8-A79E-05995A90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4833A-D78B-486D-8069-8B183FA4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8568A-19BC-4B03-9811-40CD7C52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049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161,479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CEA0B-DBC9-4F1A-B41D-9D04F58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automatic keep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D6B03-CFF1-4281-9B41-D99AB860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94.99%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F12A4-83B2-412F-BCFB-F94BE628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7D6D5-6C9B-47FF-A8E9-81D65F43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62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7E2B5A-35C7-4AE7-8240-103C911E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6702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8,500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5BF129-4956-4DCC-9327-F78044C5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0040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review bucket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DF1C59-D125-485F-A910-52BF63ED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5280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5.00%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114DB6-F4D9-4516-AAB9-BA3E0768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60945-75F1-4BE2-8A73-9ED42681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9C54D-4054-4D46-B5E0-F14E54E1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6702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186058-3BB1-47E2-9D26-7CC0B599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040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reject bucket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27A8D-81E6-4A2C-AD7C-9F873196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1695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0.01%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D1D4CD-53EC-4E73-A20C-1917328F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52900"/>
            <a:ext cx="4953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is an automatic quality gate, not a human preference study. The honest claim is large-scale usable generation, not perfect manual approval.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AE549-995A-42FD-B8F5-8AE93CA2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929a612a64e00"/>
          <a:srcRect xmlns:a="http://schemas.openxmlformats.org/drawingml/2006/main" l="0" t="24057" r="0" b="240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5850" y="4991100"/>
            <a:ext cx="2019300" cy="1047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8A630C-BDB1-4C47-8361-54C94713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8881088a84a17"/>
          <a:srcRect xmlns:a="http://schemas.openxmlformats.org/drawingml/2006/main" l="0" t="24057" r="0" b="240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8050" y="4991100"/>
            <a:ext cx="201930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181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98150C-642C-4B36-A5BB-B3BE091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C52E0-AEE3-4465-BA85-D07DB112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B7BDC936-17E8-41FA-A065-818BF764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CE365C7A-2343-427C-BEA7-48721BF8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2188C-CF54-49BA-B9AA-1313954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strongest version of the project is honest about what did not finish.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70479-1EB2-4F32-9165-BC5AB3D2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63B31-A696-4BE5-B4B2-EC1F1C39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B1555-04B5-4F24-B631-5DC8C496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13/14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2E1D7-C7EB-44FF-9865-15BDAF27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8105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166B4-BF53-4FA5-AB37-F8E6AF7A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FDA18-A3AA-427A-B85A-90BFAAEB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95450"/>
            <a:ext cx="1152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0B184-FD15-4B3B-AA14-3B41BD71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95450"/>
            <a:ext cx="4010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7B4ED-8063-467E-9430-A25C10B5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C53BC-9910-4257-8BAA-D1C21B41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multi-scale VQ-VAE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9D66D-2CE3-4E39-9E72-206FCD9F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115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0FA81-E1BD-448C-94B8-AECDB5C2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4010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implemented but reconstructions were too soft/ghosted for pixel 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B6E39-EFBA-4826-8EAA-49DE6BC8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6315D-8398-4B1D-A493-2122C04F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0ACA6-2A2B-4BBE-842E-84C18DBD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8/16/32 palette ablation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F02C5-7A8A-4592-97E1-775519FA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115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 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FDEC28-BCBE-40EC-B598-8482414C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86050"/>
            <a:ext cx="4010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8-color and 32-color runners exist; GPU metrics pending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9662D-A896-402C-A75B-967DFE4A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79F04-4EF5-424A-8CBB-5E88F815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4-scale ablation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6A9CB-ED22-4EF4-98A1-69F6A75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115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 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23B9A1-0721-4B87-9EA0-1A2EE7E2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52800"/>
            <a:ext cx="4010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runner exists; GPU metrics pending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D8BAB8-1591-4A1F-8706-D5C5731D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886B48-F9CE-4EE8-B9CC-B1CC210C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359363-0731-4E55-BD88-794BE177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 n &gt;= 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02DDD-52AB-4AAD-8335-A7A879C1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9550"/>
            <a:ext cx="115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44B343-2E6A-46C7-BA56-BF450051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19550"/>
            <a:ext cx="4010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requires separate survey/randomization/collection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52B4DB-6820-44AE-B8B1-0D22C8BB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4C7DFA-2CAE-4EF8-98D7-3A26430B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64x64 generation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F93EB5-5A90-4EBA-A989-57F1445D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115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RUN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06D0BF-6D0B-4365-A7CD-9817D78E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86300"/>
            <a:ext cx="4010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sequence length grows from 1,365 to 5,461 tokens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1D7C29-8CAA-408C-B632-A7C05A9B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0002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E68C4C-D85E-4085-9905-99104382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64x64 cost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197B46-627A-42D6-9F9A-0F02F229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5BBDFB-BA74-4E99-B886-FDA43CDB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765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9E0C2F-C3F0-4AAB-B679-02C61C1B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8132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1,365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AB3C27-CFB8-429D-A88A-7ACBC1EB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1470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tokens at 32x32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BE745F-056A-430B-8236-25131EE9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4810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BA2730-7A47-420A-8D5E-89EF3C6D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481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744B0C-F0D8-427B-BF55-86A63BE3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5287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5,461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1EC2E0-5E01-485C-9A25-47E53E6A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8625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tokens at 64x64</a:t>
            </a:r>
          </a:p>
        </p:txBody>
      </p:sp>
    </p:spTree>
    <p:extLst>
      <p:ext uri="{BB962C8B-B14F-4D97-AF65-F5344CB8AC3E}">
        <p14:creationId xmlns:p14="http://schemas.microsoft.com/office/powerpoint/2010/main" val="14492054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8D336A-7B4A-47E1-80A7-89B7A60C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225A0-0FDB-4668-AD10-21CF2A8B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600A8BB6-E47F-4F74-9BDE-2E66D634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76434847-FC8B-4554-9D59-C8778B74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FINAL TAKEAWAYS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2AF06-5A37-4D43-ABAD-66ECB678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771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completed the core 32x32 palette-token generator and reported it with the audits needed to avoid misleading conclusions.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5C01B-2EB1-4E60-ABA3-83E4A2DA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14400"/>
            <a:ext cx="2286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c6489e0fb4a72"/>
          <a:srcRect xmlns:a="http://schemas.openxmlformats.org/drawingml/2006/main" l="9894" t="0" r="98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952500"/>
            <a:ext cx="2209800" cy="3067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4F20C-E7A7-4847-A378-AF35BDA7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E1E88-723F-46E1-86E6-F38E2D7F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Methodology: coarse-to-fine palette-token generation works for transparent 32x32 sprites.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CAE09-C2D6-4B8E-8B35-418DCE7B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038DA-5B0D-47C0-A25F-C682170D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Results: PixelVAR is the best comparable proposal branch on the sprite-feature evaluator.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151A3B-D841-4A85-AFA4-B8321D87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F4EDE-2D8C-4785-8DE3-F3B2AC94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Caution: raw FID alone would incorrectly promote a memorizing Flat AR baseline.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740FE-D384-4800-B13C-E7AC4EF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E0DA9-923A-4E22-A251-C3ED41E1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704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Future: run pending palette/scale ablations, then user study and 64x64 as next-stage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EAD7F-FDCC-46D6-90FC-1D5708D5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Main talk ends here. Backup slides follow for Q&amp;A.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60A48-E78A-4F57-BBEC-83090842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E8561-BEAE-444A-AEB4-AF2A781C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8349D-4300-4167-BA63-E49993DF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14/14 main</a:t>
            </a:r>
          </a:p>
        </p:txBody>
      </p:sp>
    </p:spTree>
    <p:extLst>
      <p:ext uri="{BB962C8B-B14F-4D97-AF65-F5344CB8AC3E}">
        <p14:creationId xmlns:p14="http://schemas.microsoft.com/office/powerpoint/2010/main" val="166433233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A39096-4036-4FEB-A24D-61847252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F5735-A651-4569-B1D2-7E2FBEAA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8B7D3270-846F-4176-AE9B-FD4E72A5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BA5FCEE9-5F83-402E-BD31-80661EE4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PROPOSAL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946CB-7140-4359-ABFE-E811A288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Detailed DONE / PARTIAL / NOT DONE mapping.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3EEEB-5C19-4572-9FE8-4123FD7C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41DC7-C17F-4EE7-832C-6A95F661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8C4AF-88C7-4984-954F-A259FAC8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C227D-6F32-4185-B239-A6CB24C2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5727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76771-94CC-457D-AF26-8F3F2B8C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D703A-B493-455D-AD9F-E9E026E7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811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721C2-AB33-4CA7-B983-E8958C83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81150"/>
            <a:ext cx="567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5ECC1-3088-40CB-8EA7-BB5DE1C3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2808B-178A-42BF-B806-D95BDF53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Dataset curation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178C2-F647-4510-8AD1-88B133B2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6E47E-B22B-4F42-ACF8-DD8D9D52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050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MSD replacement selected after original Kaggle source failed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914A3-D922-4456-9F4B-EBB00146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E8C2C4-247E-429F-93F6-D86E2F8D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05A61-44D0-4DEA-B424-708AD73C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16-color palette-token generation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A4457-0201-46AB-A5D5-FD06410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955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D38C8-A6C0-40FF-8074-10957209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token + 16 palette colors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F71D8-1EA1-4458-898A-4018A430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32356-E6FA-4F36-B8F7-ADBB172B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Option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CA7E6-A077-4BA5-8D0B-8AF24056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62F063-8B98-4E23-A7E9-BA0D0124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861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A1DEFF-E3E2-4007-A28F-A0E70AFB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7A004-25B0-4AD4-9C3D-AD9826D7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713ED4-00D5-4EA5-8477-6D540657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Option 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F2809-B6EE-4A90-8EB5-82649794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766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9C4568-DEF5-4565-B527-125A7DE3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7665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refinement ablation complete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903A51-F6A6-4785-8E4E-BE681693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EB9014-EC37-4F7B-AFE1-80C2345E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 / MaskGIT baselines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288E8D-A79C-4F10-8CA1-347D22EC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3B9BE1-BA22-41C7-85B5-64662B8D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672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measured; Flat AR memorizes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C97248-DE99-4819-B99A-E302BA91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FA26C8-CFA5-4382-9767-608DE76D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E229C7-966C-4229-AA09-E90F8D7B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72BB94-BB1D-4DBF-9352-081CDC7D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 DONE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F6CA99-5B36-47FA-9631-4FB86974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5775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SD-piXL, SSD-1B, Pokemon LoRA; PixDiff-PIG no runnable code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D3DDC8-26FD-4FCA-9059-E7899867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F3E72F-1D73-440C-B947-FDFB62D2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1BDE55-792D-4065-A793-54EA6F24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483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DONE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DC9696-18CF-4209-840F-6708604E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483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11769366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7D585C-246F-4824-BFD3-37545BFE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80B8E-F45C-4001-97A5-A7E0F14A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F4852844-C4B8-45C4-A74C-B9D0B4CB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A356C687-B509-4632-90CD-FB723971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METRIC GLOSSARY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51EAB-B5CA-480D-94F0-9C77BCED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What the reported metrics mean.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70631-525F-4C14-92C6-6FD538DB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E1D79-2305-4F47-9F71-7C6730C2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AC0F7-2A6B-4DEC-A179-70833950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DBE31-DD70-4C74-9686-DE2B2F1A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1028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A411E-BBCC-4E1B-93DB-D7EA4A33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76119-9001-4C0A-B4BE-ECC56388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38300"/>
            <a:ext cx="434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7F7E7-D59E-4EF8-84BF-A10393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83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Caveat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65062-3F39-43BD-9213-211DE7F2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1F8CC-BBD8-494C-89DD-EDB0C2F0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A7D3DC-8AEA-4736-A116-AB195862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621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Frechet-style distance over sprite-specific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AF23B-AEFD-41AC-B0CA-546A7D94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621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internal selector, not Inception FID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BB985-D269-4449-A997-B60253CB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A6648-C59B-4D40-9FFE-F18BE959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77A6A-CE0D-4075-B3DC-07C6D237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A70AB-ACDF-40A2-87DE-C3E22476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share of opaque pixels in fixed palette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2E26F-ABA2-49E7-867F-F282F79C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expected 1.0 for token models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44515-4D3D-4AF7-8C25-B655A8E2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C0C495-B304-4923-84D9-B5D0FF33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 / KID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28CEE-B598-4F21-A833-EAD6B68D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432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Inception-feature distribution distance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5AB4B-ED84-4EA0-AA77-222D5209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standard but imperfect for tiny pixel 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1F6A4-442A-4A91-8513-4F097F4C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37F16F-4817-4EB6-9EDC-A15B92FC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754DB-9763-4CF2-BB50-4690EF0C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Precision / recall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9041AA-29EF-4E6E-BE06-445BC7D8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3380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fidelity and distribution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E3F03B-7F00-4A42-BD2B-05E994B8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3380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must be read with 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E81A97-39B2-4B46-B50E-6773951E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1329AA-E2C9-4B79-A761-4EC11081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Density / coverage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B30AEB-B452-4C01-BD96-F9FF601A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243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PRDC-style neighborhood coverage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2A77E6-B901-4D63-B52A-F4C4DA9C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243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higher is better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8C8D20-58D0-40A7-9F7C-8958CE24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A8C75C-2CC8-492D-9386-1F0A65A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1CCA39-E7D0-4B44-A1C3-B7CB2BDB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MS-SSIM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F16764-93E8-4D00-900A-5FB8C8B9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1490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sample diversity proxy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3DB18F-106D-413F-B7AC-45930FAC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1490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compare alongside reference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9EA46D-5009-4C2C-96F2-5F574405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247EF9-B409-48B3-ACD7-06F8EC7C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Exact-match audit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CD86CB-EEDC-439A-96EA-408D1A87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5054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 token maps copied from train/val/test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825CFC-05AD-4395-AB8F-87D9156F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054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critical for suspicious raw winners</a:t>
            </a:r>
          </a:p>
        </p:txBody>
      </p:sp>
    </p:spTree>
    <p:extLst>
      <p:ext uri="{BB962C8B-B14F-4D97-AF65-F5344CB8AC3E}">
        <p14:creationId xmlns:p14="http://schemas.microsoft.com/office/powerpoint/2010/main" val="177470898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0D425E-A64D-42B8-BF9B-4E68B7A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885CD-8C4F-43A6-BE0C-0E0283D4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7F4DD2D8-7D3A-4254-A1E9-41BD1D56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FAC78850-7D90-4412-A372-461823D0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EXTERNAL SAMPLES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85D50-FB55-4681-9D7E-CDA290F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External baseline visuals and caveats.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FABF6-258F-492A-B2D0-4335A503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95044-BBD7-4578-A5BB-8E889ED2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10B7B-3CC1-4A29-8386-B3E56A83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3/5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207FB-19FA-4603-9F27-BB5CFE54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342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dda5186a8457e"/>
          <a:stretch xmlns:a="http://schemas.openxmlformats.org/drawingml/2006/main"/>
        </p:blipFill>
        <p:spPr>
          <a:xfrm xmlns:a="http://schemas.openxmlformats.org/drawingml/2006/main">
            <a:off x="552450" y="1831601"/>
            <a:ext cx="3352800" cy="39444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5C149-97C4-4F7C-ACCE-9835E322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342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03e7860a54de3"/>
          <a:stretch xmlns:a="http://schemas.openxmlformats.org/drawingml/2006/main"/>
        </p:blipFill>
        <p:spPr>
          <a:xfrm xmlns:a="http://schemas.openxmlformats.org/drawingml/2006/main">
            <a:off x="552450" y="3508001"/>
            <a:ext cx="3352800" cy="39444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6DD79-D46D-45C1-AFCA-6455DC33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342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e8353cb724854"/>
          <a:stretch xmlns:a="http://schemas.openxmlformats.org/drawingml/2006/main"/>
        </p:blipFill>
        <p:spPr>
          <a:xfrm xmlns:a="http://schemas.openxmlformats.org/drawingml/2006/main">
            <a:off x="552450" y="5184401"/>
            <a:ext cx="3352800" cy="39444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F33FC-7152-4608-9E54-3E3A9143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63817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4FB2C-16B8-41C7-8BFE-F5B4506F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954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B248A-90F1-4EC6-8EA7-FA37556B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Visual read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D7C11-3AAC-4115-A5B3-D5AC8EEC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2533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caveat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E0D0F-8191-4D19-B219-29422804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CAA5A-E703-4B60-8D8E-80057E4E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193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3E01D-017F-4DA6-B162-6EFAD5E7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noisy tiled color fields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74244-DB39-43FF-9CDC-35D2A5D2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2533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adapted prompt/image optimization, 16-image metric batch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65E04-6A71-47DF-A8C7-F64A105E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5367F-9DB2-48E0-9756-0690D9D0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638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C9C950-C03E-4E81-BF8D-BA26D9C9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0B1D38-9434-4E92-B85F-C8F674F3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some sprites, many lineup/crop failures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4DCC10-8EEA-489D-AFB0-5C4AE0F3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533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generic prompt-based generator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880B95-C023-47F7-BA59-247CAC90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957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13198F-447F-46A6-B163-2B820F36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719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93AF41-45FE-44B0-B332-4AAFABF9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best-looking external baseline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411BF4-0951-4FF1-82CD-10B1A06A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71900"/>
            <a:ext cx="2533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style, fragments/frames remain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A1EAD3-320B-4DE7-96F1-31FB1D13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638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DA9F28-4E58-4E76-A43B-B6B638E2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638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8972BA-55D5-4EB2-A82B-633D10F1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MDIGAN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3C08CA-B370-49F8-93B0-C5CD5FFC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metric row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533D89-4038-4238-A974-01F38CAA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2533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paired-pose imputation</a:t>
            </a:r>
          </a:p>
        </p:txBody>
      </p:sp>
    </p:spTree>
    <p:extLst>
      <p:ext uri="{BB962C8B-B14F-4D97-AF65-F5344CB8AC3E}">
        <p14:creationId xmlns:p14="http://schemas.microsoft.com/office/powerpoint/2010/main" val="16785909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7F9E9A-70DA-4DE1-93AC-2AC7AE39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70D66-ED2B-4D65-A116-06C3C151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632B14D3-A7E8-439C-B9C5-4652B203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620EB79B-C918-4888-ADBE-8B03B1F9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LEARNED TOKENS AND DATA MIXING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ED8DD-A04F-413D-ADB0-D1326DFE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Why the final model stayed deterministic and real-only.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B3068-0803-4FEC-8AEB-B5225A0B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7C71D-367C-4727-BEC4-85E9B7D9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B34BE-D860-4D99-B080-634BD28C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4/5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D99D7-9DEA-4A79-A7A8-5F9C296B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0d89a6d4b40fc"/>
          <a:stretch xmlns:a="http://schemas.openxmlformats.org/drawingml/2006/main"/>
        </p:blipFill>
        <p:spPr>
          <a:xfrm xmlns:a="http://schemas.openxmlformats.org/drawingml/2006/main">
            <a:off x="647700" y="1562100"/>
            <a:ext cx="2590800" cy="2590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0710F-CC9B-48A9-9763-EFFD0D11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240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a9d20e47b4473"/>
          <a:stretch xmlns:a="http://schemas.openxmlformats.org/drawingml/2006/main"/>
        </p:blipFill>
        <p:spPr>
          <a:xfrm xmlns:a="http://schemas.openxmlformats.org/drawingml/2006/main">
            <a:off x="3732263" y="1562100"/>
            <a:ext cx="2327175" cy="2590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ACE2E-531C-452F-8BA7-AF0B45E6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45720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C8118-4ECF-4F92-A3C0-BBDA2329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764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Ablation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1177E-B7AA-4884-9E5B-ED886267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D74EE-906B-46D7-8C3E-ABB4938A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764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3489B-66C5-4EAF-9C53-613D25F9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29929-DB83-4106-B2F0-4A7D4849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VQ-VAE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2519A-9801-4CDB-8F5E-D0B65E25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soft/ghosted reconstructions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343D6-892A-48AB-BDFE-71F944BC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02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promoted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470CF-28CD-4EED-9EB2-5F01203B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4BCA4-3AB7-4C20-AA9F-1817CAAC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57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D417D5-C470-4240-A902-03FD58BC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98FC0-6659-4049-A5D9-23590A8D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143/512 codes used; coherent but blocky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B06DD-0937-4256-A337-D12F5082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289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learned-token ablation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5E6204-D1BA-406D-9D15-5ACF0364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9C4DFD-5792-45D7-B61C-D65BB1D0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Generated-keep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B0089B-56DE-4473-953E-B0962ABC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good self-reference 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090407-6D8A-4C28-97CA-2236E46E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575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direct real-validation winner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B56CC0-FE40-4201-BA67-336323A3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E666EE-EC9C-47F3-A0AE-6103A8A3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457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BC37F9-881C-4AF6-B0C2-E6C4272F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Real + generated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CB9DDD-DCDB-4733-825E-A10F06D6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0.00755 real-val score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D91CCA-4091-422F-8270-39DD46AB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862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worse than real-only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0338A-F3E9-43D3-8A0D-E21FC7A3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32A689-AAC7-4B04-8E2D-295D9484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48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mixed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B75484-2D24-47B0-9ECD-3EB99297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14850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0.00778 real-val score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9FAE06-D13F-44D5-9D17-1A1864A6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148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worse than real-only</a:t>
            </a:r>
          </a:p>
        </p:txBody>
      </p:sp>
    </p:spTree>
    <p:extLst>
      <p:ext uri="{BB962C8B-B14F-4D97-AF65-F5344CB8AC3E}">
        <p14:creationId xmlns:p14="http://schemas.microsoft.com/office/powerpoint/2010/main" val="124233563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7101DB-B7A8-488E-B6DF-E8D0B9C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E441B-675D-49A6-B5E1-8545BC96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30F33B40-298C-4870-92FB-49C982BE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E81EDC10-5605-414A-8ED7-6A391CBF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REPRODUCIBILITY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42CD6-C1F7-4433-916B-FB67ACF7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Where the evidence and next commands live.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FCE48-B0F2-4EB2-860A-922E619D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FA36E-946D-463B-8183-A6422EB7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4CF3C-AA73-4370-A9AE-9B809DB1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5/5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1D617-12B4-4901-8D2A-F9C31AB1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B8D09-C661-4FBF-B557-BC95F6A3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E0C35-F575-4B2E-B2BA-447A9035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638300"/>
            <a:ext cx="3581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3FAC1-88BD-4CB6-AE07-C88B47B5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3DCD7-1DAC-4536-B5D8-365E0455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narrative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44F66-A570-438E-AFDD-1DDEE86D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621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reports/final/final_report_narrative.md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2752D-E179-40B3-AAE9-64497340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A270D-C422-4DBD-9F0D-C24F0EE5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9A043-EAB1-43BF-90BE-4F7EF8D5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Internal decision 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3AF5C-EE3F-47CE-967C-6E4E5D32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574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reports/final/model_decision_table.md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AF0B6-2894-4CE2-B2B1-7DE726B8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A2C47-5A83-4E1E-8F80-264EBFDF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Known metrics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D5CCB-E509-4389-BD8E-001E795F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527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reports/final/known_metrics_comparison.md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837841-CE2A-4DEC-B185-A1750000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9AE4D-2968-42C1-A878-7CF6DDFA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699A36-4BBE-4967-A6A7-340BCDB7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865CD-50A3-42D4-A7EE-71EDFDBD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480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reports/final/external_baseline_comparison.md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38552-7C80-450E-8668-BD76309A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5B10BB-E1F6-4C56-87E9-3DF5ABB7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Memorization audit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EC2DBD-BCBA-4E6A-8487-CAC25ED6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433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reports/final/memorization_audit_summary.md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0DFEAD-97D8-4CF9-8E4A-3E861916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2C1569-48CE-467A-9440-1010E9DD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3E3E93-0A24-4BB2-9D72-CBEEAEBC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Stretch plan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B4C354-987A-4401-88A4-12597808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386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reports/final/proposal_leftovers_stretch_plan.md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C1257E-F77A-41A8-9D51-858459B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686C5C-307E-42A2-8FFD-DF3818A4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22D29A-60A5-4B3F-8288-4C7B60EE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33950"/>
            <a:ext cx="3581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reports/final/reproducibility_commands.md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D2AD30-5CE1-4F86-A63A-66D2643C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62100"/>
            <a:ext cx="4191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549131-B06F-418F-88AD-5B799DAC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Pending stretch runs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BC3534-F88A-40F6-A503-CBD68537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2410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prepare-sprites-palette8</a:t>
            </a:r>
          </a:p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train-sprites-palette8-ladder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prepare-sprites-palette32</a:t>
            </a:r>
          </a:p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train-sprites-palette32-ladder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6A7"/>
                </a:solidFill>
                <a:latin typeface="Aptos Mono"/>
                <a:ea typeface="Aptos Mono"/>
                <a:cs typeface="Aptos Mono"/>
              </a:rPr>
              <a:t>modal run modal_train.py --action train-sprites-scale4-ladder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CB3254-1A77-48DC-AA90-F2BB60CE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673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C7D5"/>
                </a:solidFill>
                <a:latin typeface="Aptos"/>
                <a:ea typeface="Aptos"/>
                <a:cs typeface="Aptos"/>
              </a:rPr>
              <a:t>Branch: codex/pixelvar-external-baselines</a:t>
            </a:r>
          </a:p>
        </p:txBody>
      </p:sp>
    </p:spTree>
    <p:extLst>
      <p:ext uri="{BB962C8B-B14F-4D97-AF65-F5344CB8AC3E}">
        <p14:creationId xmlns:p14="http://schemas.microsoft.com/office/powerpoint/2010/main" val="854411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2026-06-08T17:39:30.4120000Z</dcterms:created>
  <dcterms:modified xsi:type="dcterms:W3CDTF">2026-06-08T17:39:30.4120000Z</dcterms:modified>
</coreProperties>
</file>